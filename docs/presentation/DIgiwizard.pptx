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4"/>
  </p:notesMasterIdLst>
  <p:sldIdLst>
    <p:sldId id="256" r:id="rId2"/>
    <p:sldId id="258" r:id="rId3"/>
    <p:sldId id="260" r:id="rId4"/>
    <p:sldId id="313" r:id="rId5"/>
    <p:sldId id="312" r:id="rId6"/>
    <p:sldId id="262" r:id="rId7"/>
    <p:sldId id="265" r:id="rId8"/>
    <p:sldId id="263" r:id="rId9"/>
    <p:sldId id="264" r:id="rId10"/>
    <p:sldId id="269" r:id="rId11"/>
    <p:sldId id="277" r:id="rId12"/>
    <p:sldId id="317" r:id="rId13"/>
    <p:sldId id="318" r:id="rId14"/>
    <p:sldId id="319" r:id="rId15"/>
    <p:sldId id="278" r:id="rId16"/>
    <p:sldId id="280" r:id="rId17"/>
    <p:sldId id="314" r:id="rId18"/>
    <p:sldId id="316" r:id="rId19"/>
    <p:sldId id="315" r:id="rId20"/>
    <p:sldId id="276" r:id="rId21"/>
    <p:sldId id="288" r:id="rId22"/>
    <p:sldId id="290" r:id="rId23"/>
  </p:sldIdLst>
  <p:sldSz cx="9144000" cy="5143500" type="screen16x9"/>
  <p:notesSz cx="6858000" cy="9144000"/>
  <p:embeddedFontLst>
    <p:embeddedFont>
      <p:font typeface="Arima" panose="020B0604020202020204" charset="0"/>
      <p:regular r:id="rId25"/>
      <p:bold r:id="rId26"/>
    </p:embeddedFont>
    <p:embeddedFont>
      <p:font typeface="Barlow" panose="00000500000000000000" pitchFamily="2" charset="0"/>
      <p:regular r:id="rId27"/>
      <p:bold r:id="rId28"/>
      <p:italic r:id="rId29"/>
      <p:boldItalic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Poller One" panose="02010805070700060003" pitchFamily="2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A24094-1BBD-4C9E-9B2A-DDC71580BA0E}">
  <a:tblStyle styleId="{60A24094-1BBD-4C9E-9B2A-DDC71580BA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003d90df7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003d90df7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003d90df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003d90df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>
          <a:extLst>
            <a:ext uri="{FF2B5EF4-FFF2-40B4-BE49-F238E27FC236}">
              <a16:creationId xmlns:a16="http://schemas.microsoft.com/office/drawing/2014/main" id="{038212DC-B33A-5139-5EFE-9BCF6F3B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4231f69b35_1_164:notes">
            <a:extLst>
              <a:ext uri="{FF2B5EF4-FFF2-40B4-BE49-F238E27FC236}">
                <a16:creationId xmlns:a16="http://schemas.microsoft.com/office/drawing/2014/main" id="{98D86E5C-AB49-AB62-7F96-5F9C0175B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4231f69b35_1_164:notes">
            <a:extLst>
              <a:ext uri="{FF2B5EF4-FFF2-40B4-BE49-F238E27FC236}">
                <a16:creationId xmlns:a16="http://schemas.microsoft.com/office/drawing/2014/main" id="{D7575BEC-4258-649F-C323-90AADA3CCF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1128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>
          <a:extLst>
            <a:ext uri="{FF2B5EF4-FFF2-40B4-BE49-F238E27FC236}">
              <a16:creationId xmlns:a16="http://schemas.microsoft.com/office/drawing/2014/main" id="{DB69046A-883C-DC43-3B20-C1903EF5B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185c551acd_0_44:notes">
            <a:extLst>
              <a:ext uri="{FF2B5EF4-FFF2-40B4-BE49-F238E27FC236}">
                <a16:creationId xmlns:a16="http://schemas.microsoft.com/office/drawing/2014/main" id="{5E7E7449-D25E-1914-339D-4A0F824BA6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185c551acd_0_44:notes">
            <a:extLst>
              <a:ext uri="{FF2B5EF4-FFF2-40B4-BE49-F238E27FC236}">
                <a16:creationId xmlns:a16="http://schemas.microsoft.com/office/drawing/2014/main" id="{4C6AB973-3C4A-FEAD-A2E0-DCDE2D202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509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4231f69b35_1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4231f69b35_1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303be3818b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303be3818b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303be3818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303be3818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185c551ac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185c551ac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4231f69b35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14231f69b35_1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14231f69b35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14231f69b35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>
          <a:extLst>
            <a:ext uri="{FF2B5EF4-FFF2-40B4-BE49-F238E27FC236}">
              <a16:creationId xmlns:a16="http://schemas.microsoft.com/office/drawing/2014/main" id="{D5340FF6-E7E6-B819-F347-0E175B691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14231f69b35_1_72:notes">
            <a:extLst>
              <a:ext uri="{FF2B5EF4-FFF2-40B4-BE49-F238E27FC236}">
                <a16:creationId xmlns:a16="http://schemas.microsoft.com/office/drawing/2014/main" id="{8AEF85FD-1CC9-FBC7-7099-FD27BBE21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14231f69b35_1_72:notes">
            <a:extLst>
              <a:ext uri="{FF2B5EF4-FFF2-40B4-BE49-F238E27FC236}">
                <a16:creationId xmlns:a16="http://schemas.microsoft.com/office/drawing/2014/main" id="{A3F2F3ED-7D31-493A-72D4-0943D6DD54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87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>
          <a:extLst>
            <a:ext uri="{FF2B5EF4-FFF2-40B4-BE49-F238E27FC236}">
              <a16:creationId xmlns:a16="http://schemas.microsoft.com/office/drawing/2014/main" id="{D6F7279D-2BED-1CF5-0F97-8D8D4691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14231f69b35_1_72:notes">
            <a:extLst>
              <a:ext uri="{FF2B5EF4-FFF2-40B4-BE49-F238E27FC236}">
                <a16:creationId xmlns:a16="http://schemas.microsoft.com/office/drawing/2014/main" id="{1C9DE055-9655-8FF4-0E78-8C1C2208DE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14231f69b35_1_72:notes">
            <a:extLst>
              <a:ext uri="{FF2B5EF4-FFF2-40B4-BE49-F238E27FC236}">
                <a16:creationId xmlns:a16="http://schemas.microsoft.com/office/drawing/2014/main" id="{94E765B6-D0A0-29E9-3E84-CC3FE81C2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6356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>
          <a:extLst>
            <a:ext uri="{FF2B5EF4-FFF2-40B4-BE49-F238E27FC236}">
              <a16:creationId xmlns:a16="http://schemas.microsoft.com/office/drawing/2014/main" id="{34E7C894-0177-043D-C922-3C716D391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14231f69b35_1_72:notes">
            <a:extLst>
              <a:ext uri="{FF2B5EF4-FFF2-40B4-BE49-F238E27FC236}">
                <a16:creationId xmlns:a16="http://schemas.microsoft.com/office/drawing/2014/main" id="{3E7295CB-020B-173A-07DE-71C1CEBEA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14231f69b35_1_72:notes">
            <a:extLst>
              <a:ext uri="{FF2B5EF4-FFF2-40B4-BE49-F238E27FC236}">
                <a16:creationId xmlns:a16="http://schemas.microsoft.com/office/drawing/2014/main" id="{A9049095-819B-414D-4AE2-BC04B65A3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9805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14231f69b35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14231f69b35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14231f69b35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14231f69b35_1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>
          <a:extLst>
            <a:ext uri="{FF2B5EF4-FFF2-40B4-BE49-F238E27FC236}">
              <a16:creationId xmlns:a16="http://schemas.microsoft.com/office/drawing/2014/main" id="{39EAAF72-816D-9F3F-4E9F-F30DB9A5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4231f69b35_1_164:notes">
            <a:extLst>
              <a:ext uri="{FF2B5EF4-FFF2-40B4-BE49-F238E27FC236}">
                <a16:creationId xmlns:a16="http://schemas.microsoft.com/office/drawing/2014/main" id="{43848A71-0114-867D-1A79-7F560D00E8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4231f69b35_1_164:notes">
            <a:extLst>
              <a:ext uri="{FF2B5EF4-FFF2-40B4-BE49-F238E27FC236}">
                <a16:creationId xmlns:a16="http://schemas.microsoft.com/office/drawing/2014/main" id="{76E5A8BA-FCF0-B998-1B80-4E1086AF2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929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>
          <a:extLst>
            <a:ext uri="{FF2B5EF4-FFF2-40B4-BE49-F238E27FC236}">
              <a16:creationId xmlns:a16="http://schemas.microsoft.com/office/drawing/2014/main" id="{99E1443C-E17F-46F8-DB12-AA74D0CE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4231f69b35_1_164:notes">
            <a:extLst>
              <a:ext uri="{FF2B5EF4-FFF2-40B4-BE49-F238E27FC236}">
                <a16:creationId xmlns:a16="http://schemas.microsoft.com/office/drawing/2014/main" id="{AE6B2613-BE19-67BE-9709-538C893D37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4231f69b35_1_164:notes">
            <a:extLst>
              <a:ext uri="{FF2B5EF4-FFF2-40B4-BE49-F238E27FC236}">
                <a16:creationId xmlns:a16="http://schemas.microsoft.com/office/drawing/2014/main" id="{9CC6D172-0EF7-B59D-6623-65D3D0D30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3926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>
          <a:extLst>
            <a:ext uri="{FF2B5EF4-FFF2-40B4-BE49-F238E27FC236}">
              <a16:creationId xmlns:a16="http://schemas.microsoft.com/office/drawing/2014/main" id="{D7736821-6982-EDB1-70C3-FE76B84C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1303be3818b_0_102:notes">
            <a:extLst>
              <a:ext uri="{FF2B5EF4-FFF2-40B4-BE49-F238E27FC236}">
                <a16:creationId xmlns:a16="http://schemas.microsoft.com/office/drawing/2014/main" id="{97406659-7686-FCE3-16AD-5BBC683952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1303be3818b_0_102:notes">
            <a:extLst>
              <a:ext uri="{FF2B5EF4-FFF2-40B4-BE49-F238E27FC236}">
                <a16:creationId xmlns:a16="http://schemas.microsoft.com/office/drawing/2014/main" id="{FDC309FC-D0AC-D7FB-BD4A-969154211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490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1303be3818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1303be3818b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14231f69b35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14231f69b35_1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b1fa4ddd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b1fa4ddd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455">
            <a:off x="2307136" y="3667531"/>
            <a:ext cx="45294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9850" y="1049363"/>
            <a:ext cx="7704300" cy="261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 b="1">
                <a:latin typeface="Arima"/>
                <a:ea typeface="Arima"/>
                <a:cs typeface="Arima"/>
                <a:sym typeface="Ari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2" y="5"/>
            <a:ext cx="9144012" cy="5203793"/>
            <a:chOff x="-12" y="5"/>
            <a:chExt cx="9144012" cy="5203793"/>
          </a:xfrm>
        </p:grpSpPr>
        <p:sp>
          <p:nvSpPr>
            <p:cNvPr id="12" name="Google Shape;12;p2"/>
            <p:cNvSpPr/>
            <p:nvPr/>
          </p:nvSpPr>
          <p:spPr>
            <a:xfrm>
              <a:off x="7589141" y="4360718"/>
              <a:ext cx="186673" cy="386357"/>
            </a:xfrm>
            <a:custGeom>
              <a:avLst/>
              <a:gdLst/>
              <a:ahLst/>
              <a:cxnLst/>
              <a:rect l="l" t="t" r="r" b="b"/>
              <a:pathLst>
                <a:path w="6442" h="13333" extrusionOk="0">
                  <a:moveTo>
                    <a:pt x="3221" y="1"/>
                  </a:moveTo>
                  <a:cubicBezTo>
                    <a:pt x="1442" y="1"/>
                    <a:pt x="0" y="1442"/>
                    <a:pt x="0" y="3221"/>
                  </a:cubicBezTo>
                  <a:lnTo>
                    <a:pt x="0" y="10112"/>
                  </a:lnTo>
                  <a:cubicBezTo>
                    <a:pt x="0" y="11890"/>
                    <a:pt x="1442" y="13332"/>
                    <a:pt x="3221" y="13332"/>
                  </a:cubicBezTo>
                  <a:cubicBezTo>
                    <a:pt x="4999" y="13332"/>
                    <a:pt x="6441" y="11890"/>
                    <a:pt x="6441" y="10112"/>
                  </a:cubicBezTo>
                  <a:lnTo>
                    <a:pt x="6441" y="3221"/>
                  </a:lnTo>
                  <a:cubicBezTo>
                    <a:pt x="6441" y="1442"/>
                    <a:pt x="4999" y="1"/>
                    <a:pt x="3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208904" y="75498"/>
              <a:ext cx="280068" cy="280068"/>
            </a:xfrm>
            <a:custGeom>
              <a:avLst/>
              <a:gdLst/>
              <a:ahLst/>
              <a:cxnLst/>
              <a:rect l="l" t="t" r="r" b="b"/>
              <a:pathLst>
                <a:path w="9665" h="9665" extrusionOk="0">
                  <a:moveTo>
                    <a:pt x="4832" y="1"/>
                  </a:moveTo>
                  <a:cubicBezTo>
                    <a:pt x="3550" y="1"/>
                    <a:pt x="2321" y="510"/>
                    <a:pt x="1415" y="1416"/>
                  </a:cubicBezTo>
                  <a:cubicBezTo>
                    <a:pt x="509" y="2323"/>
                    <a:pt x="0" y="3551"/>
                    <a:pt x="0" y="4833"/>
                  </a:cubicBezTo>
                  <a:cubicBezTo>
                    <a:pt x="0" y="6114"/>
                    <a:pt x="509" y="7344"/>
                    <a:pt x="1415" y="8249"/>
                  </a:cubicBezTo>
                  <a:cubicBezTo>
                    <a:pt x="2321" y="9156"/>
                    <a:pt x="3550" y="9665"/>
                    <a:pt x="4832" y="9665"/>
                  </a:cubicBezTo>
                  <a:cubicBezTo>
                    <a:pt x="6114" y="9665"/>
                    <a:pt x="7342" y="9156"/>
                    <a:pt x="8249" y="8249"/>
                  </a:cubicBezTo>
                  <a:cubicBezTo>
                    <a:pt x="9155" y="7344"/>
                    <a:pt x="9664" y="6114"/>
                    <a:pt x="9664" y="4833"/>
                  </a:cubicBezTo>
                  <a:cubicBezTo>
                    <a:pt x="9664" y="3551"/>
                    <a:pt x="9155" y="2323"/>
                    <a:pt x="8249" y="1416"/>
                  </a:cubicBezTo>
                  <a:cubicBezTo>
                    <a:pt x="7342" y="510"/>
                    <a:pt x="6114" y="1"/>
                    <a:pt x="4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250132" y="2542141"/>
              <a:ext cx="347730" cy="370217"/>
            </a:xfrm>
            <a:custGeom>
              <a:avLst/>
              <a:gdLst/>
              <a:ahLst/>
              <a:cxnLst/>
              <a:rect l="l" t="t" r="r" b="b"/>
              <a:pathLst>
                <a:path w="12000" h="12776" extrusionOk="0">
                  <a:moveTo>
                    <a:pt x="781" y="0"/>
                  </a:moveTo>
                  <a:cubicBezTo>
                    <a:pt x="350" y="0"/>
                    <a:pt x="0" y="350"/>
                    <a:pt x="0" y="781"/>
                  </a:cubicBezTo>
                  <a:cubicBezTo>
                    <a:pt x="0" y="1213"/>
                    <a:pt x="350" y="1563"/>
                    <a:pt x="781" y="1563"/>
                  </a:cubicBezTo>
                  <a:lnTo>
                    <a:pt x="7161" y="1563"/>
                  </a:lnTo>
                  <a:cubicBezTo>
                    <a:pt x="8968" y="1563"/>
                    <a:pt x="10440" y="3033"/>
                    <a:pt x="10440" y="4842"/>
                  </a:cubicBezTo>
                  <a:cubicBezTo>
                    <a:pt x="10440" y="6650"/>
                    <a:pt x="8968" y="8121"/>
                    <a:pt x="7161" y="8121"/>
                  </a:cubicBezTo>
                  <a:lnTo>
                    <a:pt x="2329" y="8121"/>
                  </a:lnTo>
                  <a:cubicBezTo>
                    <a:pt x="1045" y="8121"/>
                    <a:pt x="1" y="9165"/>
                    <a:pt x="1" y="10448"/>
                  </a:cubicBezTo>
                  <a:cubicBezTo>
                    <a:pt x="1" y="11730"/>
                    <a:pt x="1045" y="12775"/>
                    <a:pt x="2329" y="12775"/>
                  </a:cubicBezTo>
                  <a:lnTo>
                    <a:pt x="7161" y="12775"/>
                  </a:lnTo>
                  <a:cubicBezTo>
                    <a:pt x="7591" y="12775"/>
                    <a:pt x="7941" y="12425"/>
                    <a:pt x="7941" y="11994"/>
                  </a:cubicBezTo>
                  <a:cubicBezTo>
                    <a:pt x="7941" y="11563"/>
                    <a:pt x="7591" y="11213"/>
                    <a:pt x="7161" y="11213"/>
                  </a:cubicBezTo>
                  <a:lnTo>
                    <a:pt x="2329" y="11213"/>
                  </a:lnTo>
                  <a:cubicBezTo>
                    <a:pt x="1905" y="11213"/>
                    <a:pt x="1561" y="10868"/>
                    <a:pt x="1561" y="10446"/>
                  </a:cubicBezTo>
                  <a:cubicBezTo>
                    <a:pt x="1561" y="10023"/>
                    <a:pt x="1906" y="9680"/>
                    <a:pt x="2329" y="9680"/>
                  </a:cubicBezTo>
                  <a:lnTo>
                    <a:pt x="7161" y="9680"/>
                  </a:lnTo>
                  <a:cubicBezTo>
                    <a:pt x="9830" y="9680"/>
                    <a:pt x="12000" y="7509"/>
                    <a:pt x="12000" y="4840"/>
                  </a:cubicBezTo>
                  <a:cubicBezTo>
                    <a:pt x="12000" y="2172"/>
                    <a:pt x="9830" y="0"/>
                    <a:pt x="7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12" y="1970685"/>
              <a:ext cx="237123" cy="237123"/>
            </a:xfrm>
            <a:custGeom>
              <a:avLst/>
              <a:gdLst/>
              <a:ahLst/>
              <a:cxnLst/>
              <a:rect l="l" t="t" r="r" b="b"/>
              <a:pathLst>
                <a:path w="8183" h="8183" extrusionOk="0">
                  <a:moveTo>
                    <a:pt x="0" y="0"/>
                  </a:moveTo>
                  <a:lnTo>
                    <a:pt x="0" y="8183"/>
                  </a:lnTo>
                  <a:lnTo>
                    <a:pt x="4091" y="8183"/>
                  </a:lnTo>
                  <a:cubicBezTo>
                    <a:pt x="6350" y="8183"/>
                    <a:pt x="8182" y="6351"/>
                    <a:pt x="8182" y="4091"/>
                  </a:cubicBezTo>
                  <a:cubicBezTo>
                    <a:pt x="8182" y="1832"/>
                    <a:pt x="6351" y="0"/>
                    <a:pt x="40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91881" y="298970"/>
              <a:ext cx="401686" cy="241035"/>
            </a:xfrm>
            <a:custGeom>
              <a:avLst/>
              <a:gdLst/>
              <a:ahLst/>
              <a:cxnLst/>
              <a:rect l="l" t="t" r="r" b="b"/>
              <a:pathLst>
                <a:path w="13862" h="8318" extrusionOk="0">
                  <a:moveTo>
                    <a:pt x="6931" y="1"/>
                  </a:moveTo>
                  <a:cubicBezTo>
                    <a:pt x="3103" y="1"/>
                    <a:pt x="0" y="3103"/>
                    <a:pt x="0" y="6932"/>
                  </a:cubicBezTo>
                  <a:lnTo>
                    <a:pt x="0" y="8317"/>
                  </a:lnTo>
                  <a:lnTo>
                    <a:pt x="13861" y="8317"/>
                  </a:lnTo>
                  <a:lnTo>
                    <a:pt x="13861" y="6932"/>
                  </a:lnTo>
                  <a:cubicBezTo>
                    <a:pt x="13861" y="3103"/>
                    <a:pt x="10759" y="1"/>
                    <a:pt x="6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565332" y="341048"/>
              <a:ext cx="172213" cy="156884"/>
            </a:xfrm>
            <a:custGeom>
              <a:avLst/>
              <a:gdLst/>
              <a:ahLst/>
              <a:cxnLst/>
              <a:rect l="l" t="t" r="r" b="b"/>
              <a:pathLst>
                <a:path w="5943" h="5414" extrusionOk="0">
                  <a:moveTo>
                    <a:pt x="2972" y="0"/>
                  </a:moveTo>
                  <a:cubicBezTo>
                    <a:pt x="2279" y="0"/>
                    <a:pt x="1587" y="264"/>
                    <a:pt x="1058" y="793"/>
                  </a:cubicBezTo>
                  <a:cubicBezTo>
                    <a:pt x="1" y="1850"/>
                    <a:pt x="1" y="3563"/>
                    <a:pt x="1058" y="4620"/>
                  </a:cubicBezTo>
                  <a:cubicBezTo>
                    <a:pt x="1587" y="5149"/>
                    <a:pt x="2279" y="5413"/>
                    <a:pt x="2972" y="5413"/>
                  </a:cubicBezTo>
                  <a:cubicBezTo>
                    <a:pt x="3664" y="5413"/>
                    <a:pt x="4357" y="5149"/>
                    <a:pt x="4885" y="4620"/>
                  </a:cubicBezTo>
                  <a:cubicBezTo>
                    <a:pt x="5943" y="3563"/>
                    <a:pt x="5943" y="1850"/>
                    <a:pt x="4885" y="793"/>
                  </a:cubicBezTo>
                  <a:cubicBezTo>
                    <a:pt x="4357" y="264"/>
                    <a:pt x="3664" y="0"/>
                    <a:pt x="29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909919" y="5"/>
              <a:ext cx="9765" cy="1142409"/>
            </a:xfrm>
            <a:custGeom>
              <a:avLst/>
              <a:gdLst/>
              <a:ahLst/>
              <a:cxnLst/>
              <a:rect l="l" t="t" r="r" b="b"/>
              <a:pathLst>
                <a:path w="337" h="39424" extrusionOk="0">
                  <a:moveTo>
                    <a:pt x="1" y="1"/>
                  </a:moveTo>
                  <a:lnTo>
                    <a:pt x="1" y="39424"/>
                  </a:lnTo>
                  <a:lnTo>
                    <a:pt x="336" y="39424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31574" y="8"/>
              <a:ext cx="388414" cy="868832"/>
            </a:xfrm>
            <a:custGeom>
              <a:avLst/>
              <a:gdLst/>
              <a:ahLst/>
              <a:cxnLst/>
              <a:rect l="l" t="t" r="r" b="b"/>
              <a:pathLst>
                <a:path w="13404" h="29983" extrusionOk="0">
                  <a:moveTo>
                    <a:pt x="1" y="1"/>
                  </a:moveTo>
                  <a:lnTo>
                    <a:pt x="1" y="23281"/>
                  </a:lnTo>
                  <a:cubicBezTo>
                    <a:pt x="1" y="26981"/>
                    <a:pt x="3000" y="29982"/>
                    <a:pt x="6701" y="29982"/>
                  </a:cubicBezTo>
                  <a:cubicBezTo>
                    <a:pt x="10403" y="29982"/>
                    <a:pt x="13403" y="26983"/>
                    <a:pt x="13402" y="23281"/>
                  </a:cubicBezTo>
                  <a:lnTo>
                    <a:pt x="134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265489" y="540005"/>
              <a:ext cx="878511" cy="599139"/>
            </a:xfrm>
            <a:custGeom>
              <a:avLst/>
              <a:gdLst/>
              <a:ahLst/>
              <a:cxnLst/>
              <a:rect l="l" t="t" r="r" b="b"/>
              <a:pathLst>
                <a:path w="30317" h="20676" extrusionOk="0">
                  <a:moveTo>
                    <a:pt x="29981" y="336"/>
                  </a:moveTo>
                  <a:lnTo>
                    <a:pt x="29981" y="20339"/>
                  </a:lnTo>
                  <a:lnTo>
                    <a:pt x="10337" y="20339"/>
                  </a:lnTo>
                  <a:cubicBezTo>
                    <a:pt x="8988" y="20339"/>
                    <a:pt x="7677" y="20073"/>
                    <a:pt x="6445" y="19552"/>
                  </a:cubicBezTo>
                  <a:cubicBezTo>
                    <a:pt x="5253" y="19048"/>
                    <a:pt x="4184" y="18327"/>
                    <a:pt x="3266" y="17408"/>
                  </a:cubicBezTo>
                  <a:cubicBezTo>
                    <a:pt x="2347" y="16489"/>
                    <a:pt x="1626" y="15421"/>
                    <a:pt x="1122" y="14229"/>
                  </a:cubicBezTo>
                  <a:cubicBezTo>
                    <a:pt x="601" y="12998"/>
                    <a:pt x="336" y="11687"/>
                    <a:pt x="336" y="10337"/>
                  </a:cubicBezTo>
                  <a:cubicBezTo>
                    <a:pt x="336" y="8987"/>
                    <a:pt x="601" y="7677"/>
                    <a:pt x="1122" y="6444"/>
                  </a:cubicBezTo>
                  <a:cubicBezTo>
                    <a:pt x="1627" y="5254"/>
                    <a:pt x="2347" y="4184"/>
                    <a:pt x="3266" y="3266"/>
                  </a:cubicBezTo>
                  <a:cubicBezTo>
                    <a:pt x="4184" y="2348"/>
                    <a:pt x="5253" y="1626"/>
                    <a:pt x="6445" y="1122"/>
                  </a:cubicBezTo>
                  <a:cubicBezTo>
                    <a:pt x="7677" y="601"/>
                    <a:pt x="8988" y="336"/>
                    <a:pt x="10337" y="336"/>
                  </a:cubicBezTo>
                  <a:close/>
                  <a:moveTo>
                    <a:pt x="10337" y="1"/>
                  </a:moveTo>
                  <a:cubicBezTo>
                    <a:pt x="8941" y="1"/>
                    <a:pt x="7589" y="273"/>
                    <a:pt x="6313" y="812"/>
                  </a:cubicBezTo>
                  <a:cubicBezTo>
                    <a:pt x="5082" y="1333"/>
                    <a:pt x="3977" y="2077"/>
                    <a:pt x="3027" y="3027"/>
                  </a:cubicBezTo>
                  <a:cubicBezTo>
                    <a:pt x="2078" y="3977"/>
                    <a:pt x="1333" y="5082"/>
                    <a:pt x="812" y="6313"/>
                  </a:cubicBezTo>
                  <a:cubicBezTo>
                    <a:pt x="274" y="7588"/>
                    <a:pt x="1" y="8942"/>
                    <a:pt x="1" y="10337"/>
                  </a:cubicBezTo>
                  <a:cubicBezTo>
                    <a:pt x="1" y="11734"/>
                    <a:pt x="273" y="13086"/>
                    <a:pt x="812" y="14362"/>
                  </a:cubicBezTo>
                  <a:cubicBezTo>
                    <a:pt x="1333" y="15592"/>
                    <a:pt x="2077" y="16697"/>
                    <a:pt x="3027" y="17647"/>
                  </a:cubicBezTo>
                  <a:cubicBezTo>
                    <a:pt x="3977" y="18596"/>
                    <a:pt x="5082" y="19342"/>
                    <a:pt x="6313" y="19862"/>
                  </a:cubicBezTo>
                  <a:cubicBezTo>
                    <a:pt x="7589" y="20400"/>
                    <a:pt x="8942" y="20674"/>
                    <a:pt x="10337" y="20674"/>
                  </a:cubicBezTo>
                  <a:lnTo>
                    <a:pt x="10337" y="20675"/>
                  </a:lnTo>
                  <a:lnTo>
                    <a:pt x="30317" y="20675"/>
                  </a:lnTo>
                  <a:lnTo>
                    <a:pt x="30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" name="Google Shape;21;p2"/>
            <p:cNvGrpSpPr/>
            <p:nvPr/>
          </p:nvGrpSpPr>
          <p:grpSpPr>
            <a:xfrm>
              <a:off x="231110" y="3904749"/>
              <a:ext cx="977788" cy="1238759"/>
              <a:chOff x="227223" y="1681074"/>
              <a:chExt cx="977788" cy="1238759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283700" y="1737638"/>
                <a:ext cx="864805" cy="1168054"/>
              </a:xfrm>
              <a:custGeom>
                <a:avLst/>
                <a:gdLst/>
                <a:ahLst/>
                <a:cxnLst/>
                <a:rect l="l" t="t" r="r" b="b"/>
                <a:pathLst>
                  <a:path w="29844" h="40309" extrusionOk="0">
                    <a:moveTo>
                      <a:pt x="14922" y="0"/>
                    </a:moveTo>
                    <a:cubicBezTo>
                      <a:pt x="6694" y="0"/>
                      <a:pt x="0" y="6694"/>
                      <a:pt x="0" y="14921"/>
                    </a:cubicBezTo>
                    <a:lnTo>
                      <a:pt x="0" y="40308"/>
                    </a:lnTo>
                    <a:lnTo>
                      <a:pt x="976" y="40308"/>
                    </a:lnTo>
                    <a:lnTo>
                      <a:pt x="976" y="14921"/>
                    </a:lnTo>
                    <a:cubicBezTo>
                      <a:pt x="976" y="7232"/>
                      <a:pt x="7233" y="976"/>
                      <a:pt x="14923" y="976"/>
                    </a:cubicBezTo>
                    <a:cubicBezTo>
                      <a:pt x="22612" y="976"/>
                      <a:pt x="28868" y="7232"/>
                      <a:pt x="28868" y="14921"/>
                    </a:cubicBezTo>
                    <a:lnTo>
                      <a:pt x="28868" y="40308"/>
                    </a:lnTo>
                    <a:lnTo>
                      <a:pt x="29843" y="40308"/>
                    </a:lnTo>
                    <a:lnTo>
                      <a:pt x="29843" y="14921"/>
                    </a:lnTo>
                    <a:cubicBezTo>
                      <a:pt x="29843" y="6694"/>
                      <a:pt x="23149" y="0"/>
                      <a:pt x="149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27223" y="1681074"/>
                <a:ext cx="977788" cy="1238759"/>
              </a:xfrm>
              <a:custGeom>
                <a:avLst/>
                <a:gdLst/>
                <a:ahLst/>
                <a:cxnLst/>
                <a:rect l="l" t="t" r="r" b="b"/>
                <a:pathLst>
                  <a:path w="33743" h="42749" extrusionOk="0">
                    <a:moveTo>
                      <a:pt x="16871" y="976"/>
                    </a:moveTo>
                    <a:cubicBezTo>
                      <a:pt x="25637" y="976"/>
                      <a:pt x="32767" y="8108"/>
                      <a:pt x="32767" y="16873"/>
                    </a:cubicBezTo>
                    <a:lnTo>
                      <a:pt x="32767" y="41773"/>
                    </a:lnTo>
                    <a:lnTo>
                      <a:pt x="29841" y="41773"/>
                    </a:lnTo>
                    <a:lnTo>
                      <a:pt x="29841" y="16873"/>
                    </a:lnTo>
                    <a:cubicBezTo>
                      <a:pt x="29841" y="9721"/>
                      <a:pt x="24022" y="3903"/>
                      <a:pt x="16871" y="3903"/>
                    </a:cubicBezTo>
                    <a:cubicBezTo>
                      <a:pt x="9719" y="3903"/>
                      <a:pt x="3901" y="9721"/>
                      <a:pt x="3901" y="16873"/>
                    </a:cubicBezTo>
                    <a:lnTo>
                      <a:pt x="3901" y="41773"/>
                    </a:lnTo>
                    <a:lnTo>
                      <a:pt x="976" y="41773"/>
                    </a:lnTo>
                    <a:lnTo>
                      <a:pt x="976" y="16873"/>
                    </a:lnTo>
                    <a:cubicBezTo>
                      <a:pt x="976" y="8109"/>
                      <a:pt x="8104" y="976"/>
                      <a:pt x="16871" y="976"/>
                    </a:cubicBezTo>
                    <a:close/>
                    <a:moveTo>
                      <a:pt x="16872" y="1"/>
                    </a:moveTo>
                    <a:cubicBezTo>
                      <a:pt x="7567" y="1"/>
                      <a:pt x="0" y="7571"/>
                      <a:pt x="0" y="16873"/>
                    </a:cubicBezTo>
                    <a:lnTo>
                      <a:pt x="0" y="42746"/>
                    </a:lnTo>
                    <a:lnTo>
                      <a:pt x="4877" y="42746"/>
                    </a:lnTo>
                    <a:lnTo>
                      <a:pt x="4877" y="16873"/>
                    </a:lnTo>
                    <a:cubicBezTo>
                      <a:pt x="4877" y="10258"/>
                      <a:pt x="10256" y="4878"/>
                      <a:pt x="16870" y="4878"/>
                    </a:cubicBezTo>
                    <a:cubicBezTo>
                      <a:pt x="23485" y="4878"/>
                      <a:pt x="28865" y="10258"/>
                      <a:pt x="28865" y="16873"/>
                    </a:cubicBezTo>
                    <a:lnTo>
                      <a:pt x="28865" y="42748"/>
                    </a:lnTo>
                    <a:lnTo>
                      <a:pt x="33743" y="42748"/>
                    </a:lnTo>
                    <a:lnTo>
                      <a:pt x="33743" y="16873"/>
                    </a:lnTo>
                    <a:cubicBezTo>
                      <a:pt x="33743" y="7571"/>
                      <a:pt x="26176" y="1"/>
                      <a:pt x="168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" name="Google Shape;24;p2"/>
            <p:cNvSpPr/>
            <p:nvPr/>
          </p:nvSpPr>
          <p:spPr>
            <a:xfrm>
              <a:off x="8419124" y="4145710"/>
              <a:ext cx="9765" cy="1011720"/>
            </a:xfrm>
            <a:custGeom>
              <a:avLst/>
              <a:gdLst/>
              <a:ahLst/>
              <a:cxnLst/>
              <a:rect l="l" t="t" r="r" b="b"/>
              <a:pathLst>
                <a:path w="337" h="34914" extrusionOk="0">
                  <a:moveTo>
                    <a:pt x="1" y="0"/>
                  </a:moveTo>
                  <a:lnTo>
                    <a:pt x="1" y="34914"/>
                  </a:lnTo>
                  <a:lnTo>
                    <a:pt x="336" y="34914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567162" y="4666294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 hasCustomPrompt="1"/>
          </p:nvPr>
        </p:nvSpPr>
        <p:spPr>
          <a:xfrm>
            <a:off x="3376788" y="797050"/>
            <a:ext cx="2390700" cy="10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 rot="237">
            <a:off x="2392037" y="3888188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/>
          </p:nvPr>
        </p:nvSpPr>
        <p:spPr>
          <a:xfrm>
            <a:off x="2391763" y="1799975"/>
            <a:ext cx="4360200" cy="20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30" name="Google Shape;30;p3"/>
          <p:cNvGrpSpPr/>
          <p:nvPr/>
        </p:nvGrpSpPr>
        <p:grpSpPr>
          <a:xfrm>
            <a:off x="-12" y="-47762"/>
            <a:ext cx="9144010" cy="5191253"/>
            <a:chOff x="-12" y="-47762"/>
            <a:chExt cx="9144010" cy="5191253"/>
          </a:xfrm>
        </p:grpSpPr>
        <p:sp>
          <p:nvSpPr>
            <p:cNvPr id="31" name="Google Shape;31;p3"/>
            <p:cNvSpPr/>
            <p:nvPr/>
          </p:nvSpPr>
          <p:spPr>
            <a:xfrm>
              <a:off x="-12" y="3178035"/>
              <a:ext cx="237123" cy="237123"/>
            </a:xfrm>
            <a:custGeom>
              <a:avLst/>
              <a:gdLst/>
              <a:ahLst/>
              <a:cxnLst/>
              <a:rect l="l" t="t" r="r" b="b"/>
              <a:pathLst>
                <a:path w="8183" h="8183" extrusionOk="0">
                  <a:moveTo>
                    <a:pt x="0" y="0"/>
                  </a:moveTo>
                  <a:lnTo>
                    <a:pt x="0" y="8183"/>
                  </a:lnTo>
                  <a:lnTo>
                    <a:pt x="4091" y="8183"/>
                  </a:lnTo>
                  <a:cubicBezTo>
                    <a:pt x="6350" y="8183"/>
                    <a:pt x="8182" y="6351"/>
                    <a:pt x="8182" y="4091"/>
                  </a:cubicBezTo>
                  <a:cubicBezTo>
                    <a:pt x="8182" y="1832"/>
                    <a:pt x="6351" y="0"/>
                    <a:pt x="40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623482" y="3281448"/>
              <a:ext cx="172213" cy="156884"/>
            </a:xfrm>
            <a:custGeom>
              <a:avLst/>
              <a:gdLst/>
              <a:ahLst/>
              <a:cxnLst/>
              <a:rect l="l" t="t" r="r" b="b"/>
              <a:pathLst>
                <a:path w="5943" h="5414" extrusionOk="0">
                  <a:moveTo>
                    <a:pt x="2972" y="0"/>
                  </a:moveTo>
                  <a:cubicBezTo>
                    <a:pt x="2279" y="0"/>
                    <a:pt x="1587" y="264"/>
                    <a:pt x="1058" y="793"/>
                  </a:cubicBezTo>
                  <a:cubicBezTo>
                    <a:pt x="1" y="1850"/>
                    <a:pt x="1" y="3563"/>
                    <a:pt x="1058" y="4620"/>
                  </a:cubicBezTo>
                  <a:cubicBezTo>
                    <a:pt x="1587" y="5149"/>
                    <a:pt x="2279" y="5413"/>
                    <a:pt x="2972" y="5413"/>
                  </a:cubicBezTo>
                  <a:cubicBezTo>
                    <a:pt x="3664" y="5413"/>
                    <a:pt x="4357" y="5149"/>
                    <a:pt x="4885" y="4620"/>
                  </a:cubicBezTo>
                  <a:cubicBezTo>
                    <a:pt x="5943" y="3563"/>
                    <a:pt x="5943" y="1850"/>
                    <a:pt x="4885" y="793"/>
                  </a:cubicBezTo>
                  <a:cubicBezTo>
                    <a:pt x="4357" y="264"/>
                    <a:pt x="3664" y="0"/>
                    <a:pt x="29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837969" y="4000880"/>
              <a:ext cx="9765" cy="1142409"/>
            </a:xfrm>
            <a:custGeom>
              <a:avLst/>
              <a:gdLst/>
              <a:ahLst/>
              <a:cxnLst/>
              <a:rect l="l" t="t" r="r" b="b"/>
              <a:pathLst>
                <a:path w="337" h="39424" extrusionOk="0">
                  <a:moveTo>
                    <a:pt x="1" y="1"/>
                  </a:moveTo>
                  <a:lnTo>
                    <a:pt x="1" y="39424"/>
                  </a:lnTo>
                  <a:lnTo>
                    <a:pt x="336" y="39424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5400000">
              <a:off x="8515374" y="2137333"/>
              <a:ext cx="388414" cy="868832"/>
            </a:xfrm>
            <a:custGeom>
              <a:avLst/>
              <a:gdLst/>
              <a:ahLst/>
              <a:cxnLst/>
              <a:rect l="l" t="t" r="r" b="b"/>
              <a:pathLst>
                <a:path w="13404" h="29983" extrusionOk="0">
                  <a:moveTo>
                    <a:pt x="1" y="1"/>
                  </a:moveTo>
                  <a:lnTo>
                    <a:pt x="1" y="23281"/>
                  </a:lnTo>
                  <a:cubicBezTo>
                    <a:pt x="1" y="26981"/>
                    <a:pt x="3000" y="29982"/>
                    <a:pt x="6701" y="29982"/>
                  </a:cubicBezTo>
                  <a:cubicBezTo>
                    <a:pt x="10403" y="29982"/>
                    <a:pt x="13403" y="26983"/>
                    <a:pt x="13402" y="23281"/>
                  </a:cubicBezTo>
                  <a:lnTo>
                    <a:pt x="134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752697" y="4759916"/>
              <a:ext cx="639331" cy="383575"/>
            </a:xfrm>
            <a:custGeom>
              <a:avLst/>
              <a:gdLst/>
              <a:ahLst/>
              <a:cxnLst/>
              <a:rect l="l" t="t" r="r" b="b"/>
              <a:pathLst>
                <a:path w="22063" h="13237" extrusionOk="0">
                  <a:moveTo>
                    <a:pt x="11031" y="0"/>
                  </a:moveTo>
                  <a:cubicBezTo>
                    <a:pt x="4940" y="0"/>
                    <a:pt x="0" y="4939"/>
                    <a:pt x="0" y="11030"/>
                  </a:cubicBezTo>
                  <a:lnTo>
                    <a:pt x="0" y="13237"/>
                  </a:lnTo>
                  <a:lnTo>
                    <a:pt x="22062" y="13237"/>
                  </a:lnTo>
                  <a:lnTo>
                    <a:pt x="22062" y="11030"/>
                  </a:lnTo>
                  <a:cubicBezTo>
                    <a:pt x="22062" y="4939"/>
                    <a:pt x="17123" y="0"/>
                    <a:pt x="11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296536" y="223"/>
              <a:ext cx="9765" cy="1011720"/>
            </a:xfrm>
            <a:custGeom>
              <a:avLst/>
              <a:gdLst/>
              <a:ahLst/>
              <a:cxnLst/>
              <a:rect l="l" t="t" r="r" b="b"/>
              <a:pathLst>
                <a:path w="337" h="34914" extrusionOk="0">
                  <a:moveTo>
                    <a:pt x="1" y="0"/>
                  </a:moveTo>
                  <a:lnTo>
                    <a:pt x="1" y="34914"/>
                  </a:lnTo>
                  <a:lnTo>
                    <a:pt x="336" y="34914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379449" y="1165723"/>
              <a:ext cx="275286" cy="271693"/>
            </a:xfrm>
            <a:custGeom>
              <a:avLst/>
              <a:gdLst/>
              <a:ahLst/>
              <a:cxnLst/>
              <a:rect l="l" t="t" r="r" b="b"/>
              <a:pathLst>
                <a:path w="9500" h="9376" extrusionOk="0">
                  <a:moveTo>
                    <a:pt x="4931" y="1"/>
                  </a:moveTo>
                  <a:cubicBezTo>
                    <a:pt x="3810" y="1"/>
                    <a:pt x="2899" y="910"/>
                    <a:pt x="2899" y="2032"/>
                  </a:cubicBezTo>
                  <a:cubicBezTo>
                    <a:pt x="2899" y="2494"/>
                    <a:pt x="3056" y="2918"/>
                    <a:pt x="3314" y="3258"/>
                  </a:cubicBezTo>
                  <a:lnTo>
                    <a:pt x="3059" y="3258"/>
                  </a:lnTo>
                  <a:cubicBezTo>
                    <a:pt x="1370" y="3258"/>
                    <a:pt x="1" y="4627"/>
                    <a:pt x="1" y="6316"/>
                  </a:cubicBezTo>
                  <a:cubicBezTo>
                    <a:pt x="1" y="8006"/>
                    <a:pt x="1370" y="9376"/>
                    <a:pt x="3059" y="9376"/>
                  </a:cubicBezTo>
                  <a:lnTo>
                    <a:pt x="6439" y="9376"/>
                  </a:lnTo>
                  <a:cubicBezTo>
                    <a:pt x="8128" y="9376"/>
                    <a:pt x="9499" y="8006"/>
                    <a:pt x="9499" y="6316"/>
                  </a:cubicBezTo>
                  <a:cubicBezTo>
                    <a:pt x="9500" y="5288"/>
                    <a:pt x="8989" y="4379"/>
                    <a:pt x="8210" y="3824"/>
                  </a:cubicBezTo>
                  <a:cubicBezTo>
                    <a:pt x="8850" y="3482"/>
                    <a:pt x="9287" y="2809"/>
                    <a:pt x="9287" y="2032"/>
                  </a:cubicBezTo>
                  <a:cubicBezTo>
                    <a:pt x="9287" y="910"/>
                    <a:pt x="8376" y="1"/>
                    <a:pt x="7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" name="Google Shape;38;p3"/>
            <p:cNvGrpSpPr/>
            <p:nvPr/>
          </p:nvGrpSpPr>
          <p:grpSpPr>
            <a:xfrm rot="10800000" flipH="1">
              <a:off x="7789235" y="-47762"/>
              <a:ext cx="735565" cy="809892"/>
              <a:chOff x="4880660" y="1531638"/>
              <a:chExt cx="735565" cy="809892"/>
            </a:xfrm>
          </p:grpSpPr>
          <p:sp>
            <p:nvSpPr>
              <p:cNvPr id="39" name="Google Shape;39;p3"/>
              <p:cNvSpPr/>
              <p:nvPr/>
            </p:nvSpPr>
            <p:spPr>
              <a:xfrm>
                <a:off x="4978777" y="1629726"/>
                <a:ext cx="539387" cy="711803"/>
              </a:xfrm>
              <a:custGeom>
                <a:avLst/>
                <a:gdLst/>
                <a:ahLst/>
                <a:cxnLst/>
                <a:rect l="l" t="t" r="r" b="b"/>
                <a:pathLst>
                  <a:path w="18614" h="24564" extrusionOk="0">
                    <a:moveTo>
                      <a:pt x="9307" y="1"/>
                    </a:moveTo>
                    <a:cubicBezTo>
                      <a:pt x="8052" y="1"/>
                      <a:pt x="6831" y="248"/>
                      <a:pt x="5684" y="733"/>
                    </a:cubicBezTo>
                    <a:cubicBezTo>
                      <a:pt x="4575" y="1202"/>
                      <a:pt x="3581" y="1873"/>
                      <a:pt x="2726" y="2727"/>
                    </a:cubicBezTo>
                    <a:cubicBezTo>
                      <a:pt x="1871" y="3582"/>
                      <a:pt x="1200" y="4576"/>
                      <a:pt x="732" y="5685"/>
                    </a:cubicBezTo>
                    <a:cubicBezTo>
                      <a:pt x="247" y="6832"/>
                      <a:pt x="0" y="8050"/>
                      <a:pt x="0" y="9308"/>
                    </a:cubicBezTo>
                    <a:lnTo>
                      <a:pt x="0" y="24564"/>
                    </a:lnTo>
                    <a:lnTo>
                      <a:pt x="333" y="24564"/>
                    </a:lnTo>
                    <a:lnTo>
                      <a:pt x="333" y="9308"/>
                    </a:lnTo>
                    <a:cubicBezTo>
                      <a:pt x="333" y="8096"/>
                      <a:pt x="569" y="6920"/>
                      <a:pt x="1038" y="5814"/>
                    </a:cubicBezTo>
                    <a:cubicBezTo>
                      <a:pt x="1489" y="4745"/>
                      <a:pt x="2136" y="3786"/>
                      <a:pt x="2960" y="2962"/>
                    </a:cubicBezTo>
                    <a:cubicBezTo>
                      <a:pt x="3784" y="2138"/>
                      <a:pt x="4745" y="1491"/>
                      <a:pt x="5813" y="1039"/>
                    </a:cubicBezTo>
                    <a:cubicBezTo>
                      <a:pt x="6921" y="571"/>
                      <a:pt x="8095" y="334"/>
                      <a:pt x="9307" y="334"/>
                    </a:cubicBezTo>
                    <a:cubicBezTo>
                      <a:pt x="10519" y="334"/>
                      <a:pt x="11694" y="570"/>
                      <a:pt x="12801" y="1039"/>
                    </a:cubicBezTo>
                    <a:cubicBezTo>
                      <a:pt x="13870" y="1491"/>
                      <a:pt x="14828" y="2137"/>
                      <a:pt x="15653" y="2962"/>
                    </a:cubicBezTo>
                    <a:cubicBezTo>
                      <a:pt x="16477" y="3785"/>
                      <a:pt x="17124" y="4745"/>
                      <a:pt x="17576" y="5814"/>
                    </a:cubicBezTo>
                    <a:cubicBezTo>
                      <a:pt x="18043" y="6922"/>
                      <a:pt x="18280" y="8096"/>
                      <a:pt x="18280" y="9308"/>
                    </a:cubicBezTo>
                    <a:lnTo>
                      <a:pt x="18280" y="24564"/>
                    </a:lnTo>
                    <a:lnTo>
                      <a:pt x="18614" y="24564"/>
                    </a:lnTo>
                    <a:lnTo>
                      <a:pt x="18614" y="9308"/>
                    </a:lnTo>
                    <a:cubicBezTo>
                      <a:pt x="18614" y="8052"/>
                      <a:pt x="18367" y="6832"/>
                      <a:pt x="17882" y="5685"/>
                    </a:cubicBezTo>
                    <a:cubicBezTo>
                      <a:pt x="17413" y="4578"/>
                      <a:pt x="16742" y="3582"/>
                      <a:pt x="15888" y="2727"/>
                    </a:cubicBezTo>
                    <a:cubicBezTo>
                      <a:pt x="15033" y="1873"/>
                      <a:pt x="14038" y="1202"/>
                      <a:pt x="12930" y="733"/>
                    </a:cubicBezTo>
                    <a:cubicBezTo>
                      <a:pt x="11782" y="248"/>
                      <a:pt x="10563" y="1"/>
                      <a:pt x="93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983240" y="1634218"/>
                <a:ext cx="530375" cy="702791"/>
              </a:xfrm>
              <a:custGeom>
                <a:avLst/>
                <a:gdLst/>
                <a:ahLst/>
                <a:cxnLst/>
                <a:rect l="l" t="t" r="r" b="b"/>
                <a:pathLst>
                  <a:path w="18303" h="24253" extrusionOk="0">
                    <a:moveTo>
                      <a:pt x="9152" y="1"/>
                    </a:moveTo>
                    <a:cubicBezTo>
                      <a:pt x="7916" y="1"/>
                      <a:pt x="6717" y="242"/>
                      <a:pt x="5590" y="719"/>
                    </a:cubicBezTo>
                    <a:cubicBezTo>
                      <a:pt x="4499" y="1182"/>
                      <a:pt x="3521" y="1842"/>
                      <a:pt x="2680" y="2681"/>
                    </a:cubicBezTo>
                    <a:cubicBezTo>
                      <a:pt x="1839" y="3522"/>
                      <a:pt x="1179" y="4501"/>
                      <a:pt x="719" y="5591"/>
                    </a:cubicBezTo>
                    <a:cubicBezTo>
                      <a:pt x="242" y="6718"/>
                      <a:pt x="0" y="7918"/>
                      <a:pt x="0" y="9153"/>
                    </a:cubicBezTo>
                    <a:lnTo>
                      <a:pt x="0" y="24252"/>
                    </a:lnTo>
                    <a:lnTo>
                      <a:pt x="21" y="24252"/>
                    </a:lnTo>
                    <a:lnTo>
                      <a:pt x="21" y="9153"/>
                    </a:lnTo>
                    <a:cubicBezTo>
                      <a:pt x="21" y="7920"/>
                      <a:pt x="262" y="6723"/>
                      <a:pt x="738" y="5598"/>
                    </a:cubicBezTo>
                    <a:cubicBezTo>
                      <a:pt x="1198" y="4511"/>
                      <a:pt x="1855" y="3535"/>
                      <a:pt x="2695" y="2696"/>
                    </a:cubicBezTo>
                    <a:cubicBezTo>
                      <a:pt x="3533" y="1857"/>
                      <a:pt x="4511" y="1198"/>
                      <a:pt x="5597" y="739"/>
                    </a:cubicBezTo>
                    <a:cubicBezTo>
                      <a:pt x="6723" y="263"/>
                      <a:pt x="7919" y="21"/>
                      <a:pt x="9152" y="21"/>
                    </a:cubicBezTo>
                    <a:cubicBezTo>
                      <a:pt x="10384" y="21"/>
                      <a:pt x="11580" y="263"/>
                      <a:pt x="12706" y="739"/>
                    </a:cubicBezTo>
                    <a:cubicBezTo>
                      <a:pt x="13794" y="1198"/>
                      <a:pt x="14770" y="1857"/>
                      <a:pt x="15608" y="2696"/>
                    </a:cubicBezTo>
                    <a:cubicBezTo>
                      <a:pt x="16447" y="3535"/>
                      <a:pt x="17105" y="4512"/>
                      <a:pt x="17565" y="5598"/>
                    </a:cubicBezTo>
                    <a:cubicBezTo>
                      <a:pt x="18042" y="6723"/>
                      <a:pt x="18282" y="7920"/>
                      <a:pt x="18282" y="9153"/>
                    </a:cubicBezTo>
                    <a:lnTo>
                      <a:pt x="18282" y="24253"/>
                    </a:lnTo>
                    <a:lnTo>
                      <a:pt x="18303" y="24253"/>
                    </a:lnTo>
                    <a:lnTo>
                      <a:pt x="18303" y="9153"/>
                    </a:lnTo>
                    <a:cubicBezTo>
                      <a:pt x="18303" y="7918"/>
                      <a:pt x="18062" y="6718"/>
                      <a:pt x="17584" y="5591"/>
                    </a:cubicBezTo>
                    <a:cubicBezTo>
                      <a:pt x="17123" y="4500"/>
                      <a:pt x="16463" y="3522"/>
                      <a:pt x="15623" y="2681"/>
                    </a:cubicBezTo>
                    <a:cubicBezTo>
                      <a:pt x="14782" y="1840"/>
                      <a:pt x="13803" y="1181"/>
                      <a:pt x="12714" y="719"/>
                    </a:cubicBezTo>
                    <a:cubicBezTo>
                      <a:pt x="11586" y="242"/>
                      <a:pt x="10387" y="1"/>
                      <a:pt x="91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5174867" y="1825815"/>
                <a:ext cx="147177" cy="515713"/>
              </a:xfrm>
              <a:custGeom>
                <a:avLst/>
                <a:gdLst/>
                <a:ahLst/>
                <a:cxnLst/>
                <a:rect l="l" t="t" r="r" b="b"/>
                <a:pathLst>
                  <a:path w="5079" h="17797" extrusionOk="0">
                    <a:moveTo>
                      <a:pt x="2540" y="1"/>
                    </a:moveTo>
                    <a:cubicBezTo>
                      <a:pt x="1140" y="1"/>
                      <a:pt x="0" y="1141"/>
                      <a:pt x="0" y="2541"/>
                    </a:cubicBezTo>
                    <a:lnTo>
                      <a:pt x="0" y="17797"/>
                    </a:lnTo>
                    <a:lnTo>
                      <a:pt x="333" y="17797"/>
                    </a:lnTo>
                    <a:lnTo>
                      <a:pt x="333" y="2541"/>
                    </a:lnTo>
                    <a:cubicBezTo>
                      <a:pt x="333" y="1324"/>
                      <a:pt x="1323" y="335"/>
                      <a:pt x="2540" y="335"/>
                    </a:cubicBezTo>
                    <a:cubicBezTo>
                      <a:pt x="3755" y="335"/>
                      <a:pt x="4745" y="1323"/>
                      <a:pt x="4745" y="2541"/>
                    </a:cubicBezTo>
                    <a:lnTo>
                      <a:pt x="4745" y="17797"/>
                    </a:lnTo>
                    <a:lnTo>
                      <a:pt x="5079" y="17797"/>
                    </a:lnTo>
                    <a:lnTo>
                      <a:pt x="5079" y="2541"/>
                    </a:lnTo>
                    <a:cubicBezTo>
                      <a:pt x="5079" y="1141"/>
                      <a:pt x="3940" y="1"/>
                      <a:pt x="25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5179387" y="1830365"/>
                <a:ext cx="138078" cy="506643"/>
              </a:xfrm>
              <a:custGeom>
                <a:avLst/>
                <a:gdLst/>
                <a:ahLst/>
                <a:cxnLst/>
                <a:rect l="l" t="t" r="r" b="b"/>
                <a:pathLst>
                  <a:path w="4765" h="17484" extrusionOk="0">
                    <a:moveTo>
                      <a:pt x="2382" y="1"/>
                    </a:moveTo>
                    <a:cubicBezTo>
                      <a:pt x="1069" y="1"/>
                      <a:pt x="0" y="1069"/>
                      <a:pt x="0" y="2384"/>
                    </a:cubicBezTo>
                    <a:lnTo>
                      <a:pt x="0" y="17483"/>
                    </a:lnTo>
                    <a:lnTo>
                      <a:pt x="21" y="17483"/>
                    </a:lnTo>
                    <a:lnTo>
                      <a:pt x="21" y="2384"/>
                    </a:lnTo>
                    <a:cubicBezTo>
                      <a:pt x="21" y="1080"/>
                      <a:pt x="1082" y="20"/>
                      <a:pt x="2384" y="20"/>
                    </a:cubicBezTo>
                    <a:cubicBezTo>
                      <a:pt x="3686" y="20"/>
                      <a:pt x="4745" y="1082"/>
                      <a:pt x="4745" y="2384"/>
                    </a:cubicBezTo>
                    <a:lnTo>
                      <a:pt x="4745" y="17484"/>
                    </a:lnTo>
                    <a:lnTo>
                      <a:pt x="4765" y="17484"/>
                    </a:lnTo>
                    <a:lnTo>
                      <a:pt x="4765" y="2384"/>
                    </a:lnTo>
                    <a:cubicBezTo>
                      <a:pt x="4765" y="1069"/>
                      <a:pt x="3696" y="1"/>
                      <a:pt x="23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4880660" y="1531638"/>
                <a:ext cx="735565" cy="809892"/>
              </a:xfrm>
              <a:custGeom>
                <a:avLst/>
                <a:gdLst/>
                <a:ahLst/>
                <a:cxnLst/>
                <a:rect l="l" t="t" r="r" b="b"/>
                <a:pathLst>
                  <a:path w="25384" h="27949" extrusionOk="0">
                    <a:moveTo>
                      <a:pt x="12692" y="0"/>
                    </a:moveTo>
                    <a:cubicBezTo>
                      <a:pt x="5694" y="0"/>
                      <a:pt x="1" y="5695"/>
                      <a:pt x="1" y="12693"/>
                    </a:cubicBezTo>
                    <a:lnTo>
                      <a:pt x="1" y="27949"/>
                    </a:lnTo>
                    <a:lnTo>
                      <a:pt x="334" y="27949"/>
                    </a:lnTo>
                    <a:lnTo>
                      <a:pt x="334" y="12693"/>
                    </a:lnTo>
                    <a:cubicBezTo>
                      <a:pt x="334" y="5878"/>
                      <a:pt x="5878" y="334"/>
                      <a:pt x="12692" y="334"/>
                    </a:cubicBezTo>
                    <a:cubicBezTo>
                      <a:pt x="19506" y="334"/>
                      <a:pt x="25051" y="5878"/>
                      <a:pt x="25051" y="12693"/>
                    </a:cubicBezTo>
                    <a:lnTo>
                      <a:pt x="25051" y="27949"/>
                    </a:lnTo>
                    <a:lnTo>
                      <a:pt x="25383" y="27949"/>
                    </a:lnTo>
                    <a:lnTo>
                      <a:pt x="25383" y="12693"/>
                    </a:lnTo>
                    <a:cubicBezTo>
                      <a:pt x="25383" y="5694"/>
                      <a:pt x="19689" y="0"/>
                      <a:pt x="126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4885151" y="1536217"/>
                <a:ext cx="726495" cy="800793"/>
              </a:xfrm>
              <a:custGeom>
                <a:avLst/>
                <a:gdLst/>
                <a:ahLst/>
                <a:cxnLst/>
                <a:rect l="l" t="t" r="r" b="b"/>
                <a:pathLst>
                  <a:path w="25071" h="27635" extrusionOk="0">
                    <a:moveTo>
                      <a:pt x="12535" y="0"/>
                    </a:moveTo>
                    <a:cubicBezTo>
                      <a:pt x="5624" y="0"/>
                      <a:pt x="1" y="5623"/>
                      <a:pt x="1" y="12535"/>
                    </a:cubicBezTo>
                    <a:lnTo>
                      <a:pt x="1" y="27634"/>
                    </a:lnTo>
                    <a:lnTo>
                      <a:pt x="21" y="27634"/>
                    </a:lnTo>
                    <a:lnTo>
                      <a:pt x="21" y="12535"/>
                    </a:lnTo>
                    <a:cubicBezTo>
                      <a:pt x="21" y="5634"/>
                      <a:pt x="5636" y="20"/>
                      <a:pt x="12536" y="20"/>
                    </a:cubicBezTo>
                    <a:cubicBezTo>
                      <a:pt x="19437" y="20"/>
                      <a:pt x="25052" y="5634"/>
                      <a:pt x="25052" y="12535"/>
                    </a:cubicBezTo>
                    <a:lnTo>
                      <a:pt x="25052" y="27635"/>
                    </a:lnTo>
                    <a:lnTo>
                      <a:pt x="25070" y="27635"/>
                    </a:lnTo>
                    <a:lnTo>
                      <a:pt x="25070" y="12535"/>
                    </a:lnTo>
                    <a:cubicBezTo>
                      <a:pt x="25070" y="5623"/>
                      <a:pt x="19446" y="0"/>
                      <a:pt x="125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5076778" y="1727756"/>
                <a:ext cx="343325" cy="613772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21181" extrusionOk="0">
                    <a:moveTo>
                      <a:pt x="5925" y="0"/>
                    </a:moveTo>
                    <a:cubicBezTo>
                      <a:pt x="2658" y="0"/>
                      <a:pt x="1" y="2658"/>
                      <a:pt x="1" y="5925"/>
                    </a:cubicBezTo>
                    <a:lnTo>
                      <a:pt x="1" y="21181"/>
                    </a:lnTo>
                    <a:lnTo>
                      <a:pt x="334" y="21181"/>
                    </a:lnTo>
                    <a:lnTo>
                      <a:pt x="334" y="5925"/>
                    </a:lnTo>
                    <a:cubicBezTo>
                      <a:pt x="334" y="2842"/>
                      <a:pt x="2843" y="334"/>
                      <a:pt x="5925" y="334"/>
                    </a:cubicBezTo>
                    <a:cubicBezTo>
                      <a:pt x="9007" y="334"/>
                      <a:pt x="11515" y="2843"/>
                      <a:pt x="11515" y="5925"/>
                    </a:cubicBezTo>
                    <a:lnTo>
                      <a:pt x="11515" y="21181"/>
                    </a:lnTo>
                    <a:lnTo>
                      <a:pt x="11847" y="21181"/>
                    </a:lnTo>
                    <a:lnTo>
                      <a:pt x="11847" y="5925"/>
                    </a:lnTo>
                    <a:cubicBezTo>
                      <a:pt x="11847" y="2658"/>
                      <a:pt x="9192" y="0"/>
                      <a:pt x="5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5081270" y="1732335"/>
                <a:ext cx="334226" cy="604673"/>
              </a:xfrm>
              <a:custGeom>
                <a:avLst/>
                <a:gdLst/>
                <a:ahLst/>
                <a:cxnLst/>
                <a:rect l="l" t="t" r="r" b="b"/>
                <a:pathLst>
                  <a:path w="11534" h="20867" extrusionOk="0">
                    <a:moveTo>
                      <a:pt x="5767" y="0"/>
                    </a:moveTo>
                    <a:cubicBezTo>
                      <a:pt x="2589" y="0"/>
                      <a:pt x="1" y="2587"/>
                      <a:pt x="1" y="5767"/>
                    </a:cubicBezTo>
                    <a:lnTo>
                      <a:pt x="1" y="20866"/>
                    </a:lnTo>
                    <a:lnTo>
                      <a:pt x="21" y="20866"/>
                    </a:lnTo>
                    <a:lnTo>
                      <a:pt x="21" y="5767"/>
                    </a:lnTo>
                    <a:cubicBezTo>
                      <a:pt x="21" y="2598"/>
                      <a:pt x="2600" y="20"/>
                      <a:pt x="5769" y="20"/>
                    </a:cubicBezTo>
                    <a:cubicBezTo>
                      <a:pt x="8939" y="20"/>
                      <a:pt x="11516" y="2598"/>
                      <a:pt x="11516" y="5767"/>
                    </a:cubicBezTo>
                    <a:lnTo>
                      <a:pt x="11516" y="20867"/>
                    </a:lnTo>
                    <a:lnTo>
                      <a:pt x="11533" y="20867"/>
                    </a:lnTo>
                    <a:lnTo>
                      <a:pt x="11533" y="5767"/>
                    </a:lnTo>
                    <a:cubicBezTo>
                      <a:pt x="11533" y="2587"/>
                      <a:pt x="8947" y="0"/>
                      <a:pt x="5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5243601" y="1899592"/>
                <a:ext cx="9707" cy="44155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5238" extrusionOk="0">
                    <a:moveTo>
                      <a:pt x="1" y="1"/>
                    </a:moveTo>
                    <a:lnTo>
                      <a:pt x="1" y="15237"/>
                    </a:lnTo>
                    <a:lnTo>
                      <a:pt x="334" y="15237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5248150" y="1904170"/>
                <a:ext cx="638" cy="432518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926" extrusionOk="0">
                    <a:moveTo>
                      <a:pt x="1" y="1"/>
                    </a:moveTo>
                    <a:lnTo>
                      <a:pt x="1" y="14925"/>
                    </a:lnTo>
                    <a:lnTo>
                      <a:pt x="21" y="14925"/>
                    </a:lnTo>
                    <a:lnTo>
                      <a:pt x="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>
            <a:spLocks noGrp="1"/>
          </p:cNvSpPr>
          <p:nvPr>
            <p:ph type="subTitle" idx="1"/>
          </p:nvPr>
        </p:nvSpPr>
        <p:spPr>
          <a:xfrm>
            <a:off x="1241775" y="3541000"/>
            <a:ext cx="51444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2"/>
          </p:nvPr>
        </p:nvSpPr>
        <p:spPr>
          <a:xfrm>
            <a:off x="1241797" y="2002425"/>
            <a:ext cx="51444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3"/>
          </p:nvPr>
        </p:nvSpPr>
        <p:spPr>
          <a:xfrm>
            <a:off x="1241797" y="3226200"/>
            <a:ext cx="5144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Arima"/>
                <a:ea typeface="Arima"/>
                <a:cs typeface="Arima"/>
                <a:sym typeface="Arim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4"/>
          </p:nvPr>
        </p:nvSpPr>
        <p:spPr>
          <a:xfrm>
            <a:off x="1241819" y="1687575"/>
            <a:ext cx="5144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Arima"/>
                <a:ea typeface="Arima"/>
                <a:cs typeface="Arima"/>
                <a:sym typeface="Ari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5"/>
          <p:cNvGrpSpPr/>
          <p:nvPr/>
        </p:nvGrpSpPr>
        <p:grpSpPr>
          <a:xfrm>
            <a:off x="7434775" y="111873"/>
            <a:ext cx="1709214" cy="5031632"/>
            <a:chOff x="7434775" y="111873"/>
            <a:chExt cx="1709214" cy="5031632"/>
          </a:xfrm>
        </p:grpSpPr>
        <p:sp>
          <p:nvSpPr>
            <p:cNvPr id="79" name="Google Shape;79;p5"/>
            <p:cNvSpPr/>
            <p:nvPr/>
          </p:nvSpPr>
          <p:spPr>
            <a:xfrm rot="5400000">
              <a:off x="7295089" y="4404680"/>
              <a:ext cx="878511" cy="599139"/>
            </a:xfrm>
            <a:custGeom>
              <a:avLst/>
              <a:gdLst/>
              <a:ahLst/>
              <a:cxnLst/>
              <a:rect l="l" t="t" r="r" b="b"/>
              <a:pathLst>
                <a:path w="30317" h="20676" extrusionOk="0">
                  <a:moveTo>
                    <a:pt x="29981" y="336"/>
                  </a:moveTo>
                  <a:lnTo>
                    <a:pt x="29981" y="20339"/>
                  </a:lnTo>
                  <a:lnTo>
                    <a:pt x="10337" y="20339"/>
                  </a:lnTo>
                  <a:cubicBezTo>
                    <a:pt x="8988" y="20339"/>
                    <a:pt x="7677" y="20073"/>
                    <a:pt x="6445" y="19552"/>
                  </a:cubicBezTo>
                  <a:cubicBezTo>
                    <a:pt x="5253" y="19048"/>
                    <a:pt x="4184" y="18327"/>
                    <a:pt x="3266" y="17408"/>
                  </a:cubicBezTo>
                  <a:cubicBezTo>
                    <a:pt x="2347" y="16489"/>
                    <a:pt x="1626" y="15421"/>
                    <a:pt x="1122" y="14229"/>
                  </a:cubicBezTo>
                  <a:cubicBezTo>
                    <a:pt x="601" y="12998"/>
                    <a:pt x="336" y="11687"/>
                    <a:pt x="336" y="10337"/>
                  </a:cubicBezTo>
                  <a:cubicBezTo>
                    <a:pt x="336" y="8987"/>
                    <a:pt x="601" y="7677"/>
                    <a:pt x="1122" y="6444"/>
                  </a:cubicBezTo>
                  <a:cubicBezTo>
                    <a:pt x="1627" y="5254"/>
                    <a:pt x="2347" y="4184"/>
                    <a:pt x="3266" y="3266"/>
                  </a:cubicBezTo>
                  <a:cubicBezTo>
                    <a:pt x="4184" y="2348"/>
                    <a:pt x="5253" y="1626"/>
                    <a:pt x="6445" y="1122"/>
                  </a:cubicBezTo>
                  <a:cubicBezTo>
                    <a:pt x="7677" y="601"/>
                    <a:pt x="8988" y="336"/>
                    <a:pt x="10337" y="336"/>
                  </a:cubicBezTo>
                  <a:close/>
                  <a:moveTo>
                    <a:pt x="10337" y="1"/>
                  </a:moveTo>
                  <a:cubicBezTo>
                    <a:pt x="8941" y="1"/>
                    <a:pt x="7589" y="273"/>
                    <a:pt x="6313" y="812"/>
                  </a:cubicBezTo>
                  <a:cubicBezTo>
                    <a:pt x="5082" y="1333"/>
                    <a:pt x="3977" y="2077"/>
                    <a:pt x="3027" y="3027"/>
                  </a:cubicBezTo>
                  <a:cubicBezTo>
                    <a:pt x="2078" y="3977"/>
                    <a:pt x="1333" y="5082"/>
                    <a:pt x="812" y="6313"/>
                  </a:cubicBezTo>
                  <a:cubicBezTo>
                    <a:pt x="274" y="7588"/>
                    <a:pt x="1" y="8942"/>
                    <a:pt x="1" y="10337"/>
                  </a:cubicBezTo>
                  <a:cubicBezTo>
                    <a:pt x="1" y="11734"/>
                    <a:pt x="273" y="13086"/>
                    <a:pt x="812" y="14362"/>
                  </a:cubicBezTo>
                  <a:cubicBezTo>
                    <a:pt x="1333" y="15592"/>
                    <a:pt x="2077" y="16697"/>
                    <a:pt x="3027" y="17647"/>
                  </a:cubicBezTo>
                  <a:cubicBezTo>
                    <a:pt x="3977" y="18596"/>
                    <a:pt x="5082" y="19342"/>
                    <a:pt x="6313" y="19862"/>
                  </a:cubicBezTo>
                  <a:cubicBezTo>
                    <a:pt x="7589" y="20400"/>
                    <a:pt x="8942" y="20674"/>
                    <a:pt x="10337" y="20674"/>
                  </a:cubicBezTo>
                  <a:lnTo>
                    <a:pt x="10337" y="20675"/>
                  </a:lnTo>
                  <a:lnTo>
                    <a:pt x="30317" y="20675"/>
                  </a:lnTo>
                  <a:lnTo>
                    <a:pt x="30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8564641" y="3438298"/>
              <a:ext cx="445935" cy="445964"/>
            </a:xfrm>
            <a:custGeom>
              <a:avLst/>
              <a:gdLst/>
              <a:ahLst/>
              <a:cxnLst/>
              <a:rect l="l" t="t" r="r" b="b"/>
              <a:pathLst>
                <a:path w="15389" h="15390" extrusionOk="0">
                  <a:moveTo>
                    <a:pt x="0" y="1"/>
                  </a:moveTo>
                  <a:lnTo>
                    <a:pt x="24" y="24"/>
                  </a:lnTo>
                  <a:lnTo>
                    <a:pt x="0" y="24"/>
                  </a:lnTo>
                  <a:lnTo>
                    <a:pt x="0" y="3435"/>
                  </a:lnTo>
                  <a:cubicBezTo>
                    <a:pt x="0" y="4384"/>
                    <a:pt x="770" y="5153"/>
                    <a:pt x="1719" y="5153"/>
                  </a:cubicBezTo>
                  <a:lnTo>
                    <a:pt x="3427" y="5153"/>
                  </a:lnTo>
                  <a:cubicBezTo>
                    <a:pt x="4379" y="5153"/>
                    <a:pt x="5150" y="5927"/>
                    <a:pt x="5146" y="6879"/>
                  </a:cubicBezTo>
                  <a:lnTo>
                    <a:pt x="5138" y="8555"/>
                  </a:lnTo>
                  <a:cubicBezTo>
                    <a:pt x="5135" y="9507"/>
                    <a:pt x="5905" y="10281"/>
                    <a:pt x="6857" y="10281"/>
                  </a:cubicBezTo>
                  <a:lnTo>
                    <a:pt x="8540" y="10281"/>
                  </a:lnTo>
                  <a:cubicBezTo>
                    <a:pt x="9490" y="10281"/>
                    <a:pt x="10259" y="11050"/>
                    <a:pt x="10259" y="12000"/>
                  </a:cubicBezTo>
                  <a:lnTo>
                    <a:pt x="10259" y="13671"/>
                  </a:lnTo>
                  <a:cubicBezTo>
                    <a:pt x="10259" y="14621"/>
                    <a:pt x="11028" y="15390"/>
                    <a:pt x="11978" y="15390"/>
                  </a:cubicBezTo>
                  <a:lnTo>
                    <a:pt x="13669" y="15390"/>
                  </a:lnTo>
                  <a:cubicBezTo>
                    <a:pt x="14619" y="15390"/>
                    <a:pt x="15388" y="14621"/>
                    <a:pt x="15388" y="13671"/>
                  </a:cubicBezTo>
                  <a:lnTo>
                    <a:pt x="15388" y="10260"/>
                  </a:lnTo>
                  <a:lnTo>
                    <a:pt x="15388" y="1720"/>
                  </a:lnTo>
                  <a:cubicBezTo>
                    <a:pt x="15388" y="770"/>
                    <a:pt x="14619" y="1"/>
                    <a:pt x="136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8419337" y="4605994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" name="Google Shape;82;p5"/>
            <p:cNvGrpSpPr/>
            <p:nvPr/>
          </p:nvGrpSpPr>
          <p:grpSpPr>
            <a:xfrm rot="-5400000">
              <a:off x="8371260" y="2166801"/>
              <a:ext cx="735565" cy="809892"/>
              <a:chOff x="4880660" y="1531638"/>
              <a:chExt cx="735565" cy="809892"/>
            </a:xfrm>
          </p:grpSpPr>
          <p:sp>
            <p:nvSpPr>
              <p:cNvPr id="83" name="Google Shape;83;p5"/>
              <p:cNvSpPr/>
              <p:nvPr/>
            </p:nvSpPr>
            <p:spPr>
              <a:xfrm>
                <a:off x="4978777" y="1629726"/>
                <a:ext cx="539387" cy="711803"/>
              </a:xfrm>
              <a:custGeom>
                <a:avLst/>
                <a:gdLst/>
                <a:ahLst/>
                <a:cxnLst/>
                <a:rect l="l" t="t" r="r" b="b"/>
                <a:pathLst>
                  <a:path w="18614" h="24564" extrusionOk="0">
                    <a:moveTo>
                      <a:pt x="9307" y="1"/>
                    </a:moveTo>
                    <a:cubicBezTo>
                      <a:pt x="8052" y="1"/>
                      <a:pt x="6831" y="248"/>
                      <a:pt x="5684" y="733"/>
                    </a:cubicBezTo>
                    <a:cubicBezTo>
                      <a:pt x="4575" y="1202"/>
                      <a:pt x="3581" y="1873"/>
                      <a:pt x="2726" y="2727"/>
                    </a:cubicBezTo>
                    <a:cubicBezTo>
                      <a:pt x="1871" y="3582"/>
                      <a:pt x="1200" y="4576"/>
                      <a:pt x="732" y="5685"/>
                    </a:cubicBezTo>
                    <a:cubicBezTo>
                      <a:pt x="247" y="6832"/>
                      <a:pt x="0" y="8050"/>
                      <a:pt x="0" y="9308"/>
                    </a:cubicBezTo>
                    <a:lnTo>
                      <a:pt x="0" y="24564"/>
                    </a:lnTo>
                    <a:lnTo>
                      <a:pt x="333" y="24564"/>
                    </a:lnTo>
                    <a:lnTo>
                      <a:pt x="333" y="9308"/>
                    </a:lnTo>
                    <a:cubicBezTo>
                      <a:pt x="333" y="8096"/>
                      <a:pt x="569" y="6920"/>
                      <a:pt x="1038" y="5814"/>
                    </a:cubicBezTo>
                    <a:cubicBezTo>
                      <a:pt x="1489" y="4745"/>
                      <a:pt x="2136" y="3786"/>
                      <a:pt x="2960" y="2962"/>
                    </a:cubicBezTo>
                    <a:cubicBezTo>
                      <a:pt x="3784" y="2138"/>
                      <a:pt x="4745" y="1491"/>
                      <a:pt x="5813" y="1039"/>
                    </a:cubicBezTo>
                    <a:cubicBezTo>
                      <a:pt x="6921" y="571"/>
                      <a:pt x="8095" y="334"/>
                      <a:pt x="9307" y="334"/>
                    </a:cubicBezTo>
                    <a:cubicBezTo>
                      <a:pt x="10519" y="334"/>
                      <a:pt x="11694" y="570"/>
                      <a:pt x="12801" y="1039"/>
                    </a:cubicBezTo>
                    <a:cubicBezTo>
                      <a:pt x="13870" y="1491"/>
                      <a:pt x="14828" y="2137"/>
                      <a:pt x="15653" y="2962"/>
                    </a:cubicBezTo>
                    <a:cubicBezTo>
                      <a:pt x="16477" y="3785"/>
                      <a:pt x="17124" y="4745"/>
                      <a:pt x="17576" y="5814"/>
                    </a:cubicBezTo>
                    <a:cubicBezTo>
                      <a:pt x="18043" y="6922"/>
                      <a:pt x="18280" y="8096"/>
                      <a:pt x="18280" y="9308"/>
                    </a:cubicBezTo>
                    <a:lnTo>
                      <a:pt x="18280" y="24564"/>
                    </a:lnTo>
                    <a:lnTo>
                      <a:pt x="18614" y="24564"/>
                    </a:lnTo>
                    <a:lnTo>
                      <a:pt x="18614" y="9308"/>
                    </a:lnTo>
                    <a:cubicBezTo>
                      <a:pt x="18614" y="8052"/>
                      <a:pt x="18367" y="6832"/>
                      <a:pt x="17882" y="5685"/>
                    </a:cubicBezTo>
                    <a:cubicBezTo>
                      <a:pt x="17413" y="4578"/>
                      <a:pt x="16742" y="3582"/>
                      <a:pt x="15888" y="2727"/>
                    </a:cubicBezTo>
                    <a:cubicBezTo>
                      <a:pt x="15033" y="1873"/>
                      <a:pt x="14038" y="1202"/>
                      <a:pt x="12930" y="733"/>
                    </a:cubicBezTo>
                    <a:cubicBezTo>
                      <a:pt x="11782" y="248"/>
                      <a:pt x="10563" y="1"/>
                      <a:pt x="93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4983240" y="1634218"/>
                <a:ext cx="530375" cy="702791"/>
              </a:xfrm>
              <a:custGeom>
                <a:avLst/>
                <a:gdLst/>
                <a:ahLst/>
                <a:cxnLst/>
                <a:rect l="l" t="t" r="r" b="b"/>
                <a:pathLst>
                  <a:path w="18303" h="24253" extrusionOk="0">
                    <a:moveTo>
                      <a:pt x="9152" y="1"/>
                    </a:moveTo>
                    <a:cubicBezTo>
                      <a:pt x="7916" y="1"/>
                      <a:pt x="6717" y="242"/>
                      <a:pt x="5590" y="719"/>
                    </a:cubicBezTo>
                    <a:cubicBezTo>
                      <a:pt x="4499" y="1182"/>
                      <a:pt x="3521" y="1842"/>
                      <a:pt x="2680" y="2681"/>
                    </a:cubicBezTo>
                    <a:cubicBezTo>
                      <a:pt x="1839" y="3522"/>
                      <a:pt x="1179" y="4501"/>
                      <a:pt x="719" y="5591"/>
                    </a:cubicBezTo>
                    <a:cubicBezTo>
                      <a:pt x="242" y="6718"/>
                      <a:pt x="0" y="7918"/>
                      <a:pt x="0" y="9153"/>
                    </a:cubicBezTo>
                    <a:lnTo>
                      <a:pt x="0" y="24252"/>
                    </a:lnTo>
                    <a:lnTo>
                      <a:pt x="21" y="24252"/>
                    </a:lnTo>
                    <a:lnTo>
                      <a:pt x="21" y="9153"/>
                    </a:lnTo>
                    <a:cubicBezTo>
                      <a:pt x="21" y="7920"/>
                      <a:pt x="262" y="6723"/>
                      <a:pt x="738" y="5598"/>
                    </a:cubicBezTo>
                    <a:cubicBezTo>
                      <a:pt x="1198" y="4511"/>
                      <a:pt x="1855" y="3535"/>
                      <a:pt x="2695" y="2696"/>
                    </a:cubicBezTo>
                    <a:cubicBezTo>
                      <a:pt x="3533" y="1857"/>
                      <a:pt x="4511" y="1198"/>
                      <a:pt x="5597" y="739"/>
                    </a:cubicBezTo>
                    <a:cubicBezTo>
                      <a:pt x="6723" y="263"/>
                      <a:pt x="7919" y="21"/>
                      <a:pt x="9152" y="21"/>
                    </a:cubicBezTo>
                    <a:cubicBezTo>
                      <a:pt x="10384" y="21"/>
                      <a:pt x="11580" y="263"/>
                      <a:pt x="12706" y="739"/>
                    </a:cubicBezTo>
                    <a:cubicBezTo>
                      <a:pt x="13794" y="1198"/>
                      <a:pt x="14770" y="1857"/>
                      <a:pt x="15608" y="2696"/>
                    </a:cubicBezTo>
                    <a:cubicBezTo>
                      <a:pt x="16447" y="3535"/>
                      <a:pt x="17105" y="4512"/>
                      <a:pt x="17565" y="5598"/>
                    </a:cubicBezTo>
                    <a:cubicBezTo>
                      <a:pt x="18042" y="6723"/>
                      <a:pt x="18282" y="7920"/>
                      <a:pt x="18282" y="9153"/>
                    </a:cubicBezTo>
                    <a:lnTo>
                      <a:pt x="18282" y="24253"/>
                    </a:lnTo>
                    <a:lnTo>
                      <a:pt x="18303" y="24253"/>
                    </a:lnTo>
                    <a:lnTo>
                      <a:pt x="18303" y="9153"/>
                    </a:lnTo>
                    <a:cubicBezTo>
                      <a:pt x="18303" y="7918"/>
                      <a:pt x="18062" y="6718"/>
                      <a:pt x="17584" y="5591"/>
                    </a:cubicBezTo>
                    <a:cubicBezTo>
                      <a:pt x="17123" y="4500"/>
                      <a:pt x="16463" y="3522"/>
                      <a:pt x="15623" y="2681"/>
                    </a:cubicBezTo>
                    <a:cubicBezTo>
                      <a:pt x="14782" y="1840"/>
                      <a:pt x="13803" y="1181"/>
                      <a:pt x="12714" y="719"/>
                    </a:cubicBezTo>
                    <a:cubicBezTo>
                      <a:pt x="11586" y="242"/>
                      <a:pt x="10387" y="1"/>
                      <a:pt x="91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5174867" y="1825815"/>
                <a:ext cx="147177" cy="515713"/>
              </a:xfrm>
              <a:custGeom>
                <a:avLst/>
                <a:gdLst/>
                <a:ahLst/>
                <a:cxnLst/>
                <a:rect l="l" t="t" r="r" b="b"/>
                <a:pathLst>
                  <a:path w="5079" h="17797" extrusionOk="0">
                    <a:moveTo>
                      <a:pt x="2540" y="1"/>
                    </a:moveTo>
                    <a:cubicBezTo>
                      <a:pt x="1140" y="1"/>
                      <a:pt x="0" y="1141"/>
                      <a:pt x="0" y="2541"/>
                    </a:cubicBezTo>
                    <a:lnTo>
                      <a:pt x="0" y="17797"/>
                    </a:lnTo>
                    <a:lnTo>
                      <a:pt x="333" y="17797"/>
                    </a:lnTo>
                    <a:lnTo>
                      <a:pt x="333" y="2541"/>
                    </a:lnTo>
                    <a:cubicBezTo>
                      <a:pt x="333" y="1324"/>
                      <a:pt x="1323" y="335"/>
                      <a:pt x="2540" y="335"/>
                    </a:cubicBezTo>
                    <a:cubicBezTo>
                      <a:pt x="3755" y="335"/>
                      <a:pt x="4745" y="1323"/>
                      <a:pt x="4745" y="2541"/>
                    </a:cubicBezTo>
                    <a:lnTo>
                      <a:pt x="4745" y="17797"/>
                    </a:lnTo>
                    <a:lnTo>
                      <a:pt x="5079" y="17797"/>
                    </a:lnTo>
                    <a:lnTo>
                      <a:pt x="5079" y="2541"/>
                    </a:lnTo>
                    <a:cubicBezTo>
                      <a:pt x="5079" y="1141"/>
                      <a:pt x="3940" y="1"/>
                      <a:pt x="25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5179387" y="1830365"/>
                <a:ext cx="138078" cy="506643"/>
              </a:xfrm>
              <a:custGeom>
                <a:avLst/>
                <a:gdLst/>
                <a:ahLst/>
                <a:cxnLst/>
                <a:rect l="l" t="t" r="r" b="b"/>
                <a:pathLst>
                  <a:path w="4765" h="17484" extrusionOk="0">
                    <a:moveTo>
                      <a:pt x="2382" y="1"/>
                    </a:moveTo>
                    <a:cubicBezTo>
                      <a:pt x="1069" y="1"/>
                      <a:pt x="0" y="1069"/>
                      <a:pt x="0" y="2384"/>
                    </a:cubicBezTo>
                    <a:lnTo>
                      <a:pt x="0" y="17483"/>
                    </a:lnTo>
                    <a:lnTo>
                      <a:pt x="21" y="17483"/>
                    </a:lnTo>
                    <a:lnTo>
                      <a:pt x="21" y="2384"/>
                    </a:lnTo>
                    <a:cubicBezTo>
                      <a:pt x="21" y="1080"/>
                      <a:pt x="1082" y="20"/>
                      <a:pt x="2384" y="20"/>
                    </a:cubicBezTo>
                    <a:cubicBezTo>
                      <a:pt x="3686" y="20"/>
                      <a:pt x="4745" y="1082"/>
                      <a:pt x="4745" y="2384"/>
                    </a:cubicBezTo>
                    <a:lnTo>
                      <a:pt x="4745" y="17484"/>
                    </a:lnTo>
                    <a:lnTo>
                      <a:pt x="4765" y="17484"/>
                    </a:lnTo>
                    <a:lnTo>
                      <a:pt x="4765" y="2384"/>
                    </a:lnTo>
                    <a:cubicBezTo>
                      <a:pt x="4765" y="1069"/>
                      <a:pt x="3696" y="1"/>
                      <a:pt x="23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4880660" y="1531638"/>
                <a:ext cx="735565" cy="809892"/>
              </a:xfrm>
              <a:custGeom>
                <a:avLst/>
                <a:gdLst/>
                <a:ahLst/>
                <a:cxnLst/>
                <a:rect l="l" t="t" r="r" b="b"/>
                <a:pathLst>
                  <a:path w="25384" h="27949" extrusionOk="0">
                    <a:moveTo>
                      <a:pt x="12692" y="0"/>
                    </a:moveTo>
                    <a:cubicBezTo>
                      <a:pt x="5694" y="0"/>
                      <a:pt x="1" y="5695"/>
                      <a:pt x="1" y="12693"/>
                    </a:cubicBezTo>
                    <a:lnTo>
                      <a:pt x="1" y="27949"/>
                    </a:lnTo>
                    <a:lnTo>
                      <a:pt x="334" y="27949"/>
                    </a:lnTo>
                    <a:lnTo>
                      <a:pt x="334" y="12693"/>
                    </a:lnTo>
                    <a:cubicBezTo>
                      <a:pt x="334" y="5878"/>
                      <a:pt x="5878" y="334"/>
                      <a:pt x="12692" y="334"/>
                    </a:cubicBezTo>
                    <a:cubicBezTo>
                      <a:pt x="19506" y="334"/>
                      <a:pt x="25051" y="5878"/>
                      <a:pt x="25051" y="12693"/>
                    </a:cubicBezTo>
                    <a:lnTo>
                      <a:pt x="25051" y="27949"/>
                    </a:lnTo>
                    <a:lnTo>
                      <a:pt x="25383" y="27949"/>
                    </a:lnTo>
                    <a:lnTo>
                      <a:pt x="25383" y="12693"/>
                    </a:lnTo>
                    <a:cubicBezTo>
                      <a:pt x="25383" y="5694"/>
                      <a:pt x="19689" y="0"/>
                      <a:pt x="126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4885151" y="1536217"/>
                <a:ext cx="726495" cy="800793"/>
              </a:xfrm>
              <a:custGeom>
                <a:avLst/>
                <a:gdLst/>
                <a:ahLst/>
                <a:cxnLst/>
                <a:rect l="l" t="t" r="r" b="b"/>
                <a:pathLst>
                  <a:path w="25071" h="27635" extrusionOk="0">
                    <a:moveTo>
                      <a:pt x="12535" y="0"/>
                    </a:moveTo>
                    <a:cubicBezTo>
                      <a:pt x="5624" y="0"/>
                      <a:pt x="1" y="5623"/>
                      <a:pt x="1" y="12535"/>
                    </a:cubicBezTo>
                    <a:lnTo>
                      <a:pt x="1" y="27634"/>
                    </a:lnTo>
                    <a:lnTo>
                      <a:pt x="21" y="27634"/>
                    </a:lnTo>
                    <a:lnTo>
                      <a:pt x="21" y="12535"/>
                    </a:lnTo>
                    <a:cubicBezTo>
                      <a:pt x="21" y="5634"/>
                      <a:pt x="5636" y="20"/>
                      <a:pt x="12536" y="20"/>
                    </a:cubicBezTo>
                    <a:cubicBezTo>
                      <a:pt x="19437" y="20"/>
                      <a:pt x="25052" y="5634"/>
                      <a:pt x="25052" y="12535"/>
                    </a:cubicBezTo>
                    <a:lnTo>
                      <a:pt x="25052" y="27635"/>
                    </a:lnTo>
                    <a:lnTo>
                      <a:pt x="25070" y="27635"/>
                    </a:lnTo>
                    <a:lnTo>
                      <a:pt x="25070" y="12535"/>
                    </a:lnTo>
                    <a:cubicBezTo>
                      <a:pt x="25070" y="5623"/>
                      <a:pt x="19446" y="0"/>
                      <a:pt x="125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5076778" y="1727756"/>
                <a:ext cx="343325" cy="613772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21181" extrusionOk="0">
                    <a:moveTo>
                      <a:pt x="5925" y="0"/>
                    </a:moveTo>
                    <a:cubicBezTo>
                      <a:pt x="2658" y="0"/>
                      <a:pt x="1" y="2658"/>
                      <a:pt x="1" y="5925"/>
                    </a:cubicBezTo>
                    <a:lnTo>
                      <a:pt x="1" y="21181"/>
                    </a:lnTo>
                    <a:lnTo>
                      <a:pt x="334" y="21181"/>
                    </a:lnTo>
                    <a:lnTo>
                      <a:pt x="334" y="5925"/>
                    </a:lnTo>
                    <a:cubicBezTo>
                      <a:pt x="334" y="2842"/>
                      <a:pt x="2843" y="334"/>
                      <a:pt x="5925" y="334"/>
                    </a:cubicBezTo>
                    <a:cubicBezTo>
                      <a:pt x="9007" y="334"/>
                      <a:pt x="11515" y="2843"/>
                      <a:pt x="11515" y="5925"/>
                    </a:cubicBezTo>
                    <a:lnTo>
                      <a:pt x="11515" y="21181"/>
                    </a:lnTo>
                    <a:lnTo>
                      <a:pt x="11847" y="21181"/>
                    </a:lnTo>
                    <a:lnTo>
                      <a:pt x="11847" y="5925"/>
                    </a:lnTo>
                    <a:cubicBezTo>
                      <a:pt x="11847" y="2658"/>
                      <a:pt x="9192" y="0"/>
                      <a:pt x="5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5081270" y="1732335"/>
                <a:ext cx="334226" cy="604673"/>
              </a:xfrm>
              <a:custGeom>
                <a:avLst/>
                <a:gdLst/>
                <a:ahLst/>
                <a:cxnLst/>
                <a:rect l="l" t="t" r="r" b="b"/>
                <a:pathLst>
                  <a:path w="11534" h="20867" extrusionOk="0">
                    <a:moveTo>
                      <a:pt x="5767" y="0"/>
                    </a:moveTo>
                    <a:cubicBezTo>
                      <a:pt x="2589" y="0"/>
                      <a:pt x="1" y="2587"/>
                      <a:pt x="1" y="5767"/>
                    </a:cubicBezTo>
                    <a:lnTo>
                      <a:pt x="1" y="20866"/>
                    </a:lnTo>
                    <a:lnTo>
                      <a:pt x="21" y="20866"/>
                    </a:lnTo>
                    <a:lnTo>
                      <a:pt x="21" y="5767"/>
                    </a:lnTo>
                    <a:cubicBezTo>
                      <a:pt x="21" y="2598"/>
                      <a:pt x="2600" y="20"/>
                      <a:pt x="5769" y="20"/>
                    </a:cubicBezTo>
                    <a:cubicBezTo>
                      <a:pt x="8939" y="20"/>
                      <a:pt x="11516" y="2598"/>
                      <a:pt x="11516" y="5767"/>
                    </a:cubicBezTo>
                    <a:lnTo>
                      <a:pt x="11516" y="20867"/>
                    </a:lnTo>
                    <a:lnTo>
                      <a:pt x="11533" y="20867"/>
                    </a:lnTo>
                    <a:lnTo>
                      <a:pt x="11533" y="5767"/>
                    </a:lnTo>
                    <a:cubicBezTo>
                      <a:pt x="11533" y="2587"/>
                      <a:pt x="8947" y="0"/>
                      <a:pt x="5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5243601" y="1899592"/>
                <a:ext cx="9707" cy="44155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5238" extrusionOk="0">
                    <a:moveTo>
                      <a:pt x="1" y="1"/>
                    </a:moveTo>
                    <a:lnTo>
                      <a:pt x="1" y="15237"/>
                    </a:lnTo>
                    <a:lnTo>
                      <a:pt x="334" y="15237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5248150" y="1904170"/>
                <a:ext cx="638" cy="432518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926" extrusionOk="0">
                    <a:moveTo>
                      <a:pt x="1" y="1"/>
                    </a:moveTo>
                    <a:lnTo>
                      <a:pt x="1" y="14925"/>
                    </a:lnTo>
                    <a:lnTo>
                      <a:pt x="21" y="14925"/>
                    </a:lnTo>
                    <a:lnTo>
                      <a:pt x="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3" name="Google Shape;93;p5"/>
            <p:cNvSpPr/>
            <p:nvPr/>
          </p:nvSpPr>
          <p:spPr>
            <a:xfrm>
              <a:off x="8647579" y="374148"/>
              <a:ext cx="280068" cy="280068"/>
            </a:xfrm>
            <a:custGeom>
              <a:avLst/>
              <a:gdLst/>
              <a:ahLst/>
              <a:cxnLst/>
              <a:rect l="l" t="t" r="r" b="b"/>
              <a:pathLst>
                <a:path w="9665" h="9665" extrusionOk="0">
                  <a:moveTo>
                    <a:pt x="4832" y="1"/>
                  </a:moveTo>
                  <a:cubicBezTo>
                    <a:pt x="3550" y="1"/>
                    <a:pt x="2321" y="510"/>
                    <a:pt x="1415" y="1416"/>
                  </a:cubicBezTo>
                  <a:cubicBezTo>
                    <a:pt x="509" y="2323"/>
                    <a:pt x="0" y="3551"/>
                    <a:pt x="0" y="4833"/>
                  </a:cubicBezTo>
                  <a:cubicBezTo>
                    <a:pt x="0" y="6114"/>
                    <a:pt x="509" y="7344"/>
                    <a:pt x="1415" y="8249"/>
                  </a:cubicBezTo>
                  <a:cubicBezTo>
                    <a:pt x="2321" y="9156"/>
                    <a:pt x="3550" y="9665"/>
                    <a:pt x="4832" y="9665"/>
                  </a:cubicBezTo>
                  <a:cubicBezTo>
                    <a:pt x="6114" y="9665"/>
                    <a:pt x="7342" y="9156"/>
                    <a:pt x="8249" y="8249"/>
                  </a:cubicBezTo>
                  <a:cubicBezTo>
                    <a:pt x="9155" y="7344"/>
                    <a:pt x="9664" y="6114"/>
                    <a:pt x="9664" y="4833"/>
                  </a:cubicBezTo>
                  <a:cubicBezTo>
                    <a:pt x="9664" y="3551"/>
                    <a:pt x="9155" y="2323"/>
                    <a:pt x="8249" y="1416"/>
                  </a:cubicBezTo>
                  <a:cubicBezTo>
                    <a:pt x="7342" y="510"/>
                    <a:pt x="6114" y="1"/>
                    <a:pt x="4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8535207" y="111873"/>
              <a:ext cx="172213" cy="156884"/>
            </a:xfrm>
            <a:custGeom>
              <a:avLst/>
              <a:gdLst/>
              <a:ahLst/>
              <a:cxnLst/>
              <a:rect l="l" t="t" r="r" b="b"/>
              <a:pathLst>
                <a:path w="5943" h="5414" extrusionOk="0">
                  <a:moveTo>
                    <a:pt x="2972" y="0"/>
                  </a:moveTo>
                  <a:cubicBezTo>
                    <a:pt x="2279" y="0"/>
                    <a:pt x="1587" y="264"/>
                    <a:pt x="1058" y="793"/>
                  </a:cubicBezTo>
                  <a:cubicBezTo>
                    <a:pt x="1" y="1850"/>
                    <a:pt x="1" y="3563"/>
                    <a:pt x="1058" y="4620"/>
                  </a:cubicBezTo>
                  <a:cubicBezTo>
                    <a:pt x="1587" y="5149"/>
                    <a:pt x="2279" y="5413"/>
                    <a:pt x="2972" y="5413"/>
                  </a:cubicBezTo>
                  <a:cubicBezTo>
                    <a:pt x="3664" y="5413"/>
                    <a:pt x="4357" y="5149"/>
                    <a:pt x="4885" y="4620"/>
                  </a:cubicBezTo>
                  <a:cubicBezTo>
                    <a:pt x="5943" y="3563"/>
                    <a:pt x="5943" y="1850"/>
                    <a:pt x="4885" y="793"/>
                  </a:cubicBezTo>
                  <a:cubicBezTo>
                    <a:pt x="4357" y="264"/>
                    <a:pt x="3664" y="0"/>
                    <a:pt x="29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7" name="Google Shape;97;p6"/>
          <p:cNvGrpSpPr/>
          <p:nvPr/>
        </p:nvGrpSpPr>
        <p:grpSpPr>
          <a:xfrm>
            <a:off x="-164554" y="10"/>
            <a:ext cx="9308542" cy="5049426"/>
            <a:chOff x="-164554" y="10"/>
            <a:chExt cx="9308542" cy="5049426"/>
          </a:xfrm>
        </p:grpSpPr>
        <p:sp>
          <p:nvSpPr>
            <p:cNvPr id="98" name="Google Shape;98;p6"/>
            <p:cNvSpPr/>
            <p:nvPr/>
          </p:nvSpPr>
          <p:spPr>
            <a:xfrm>
              <a:off x="8566544" y="4347745"/>
              <a:ext cx="358973" cy="431823"/>
            </a:xfrm>
            <a:custGeom>
              <a:avLst/>
              <a:gdLst/>
              <a:ahLst/>
              <a:cxnLst/>
              <a:rect l="l" t="t" r="r" b="b"/>
              <a:pathLst>
                <a:path w="12388" h="14902" extrusionOk="0">
                  <a:moveTo>
                    <a:pt x="5035" y="0"/>
                  </a:moveTo>
                  <a:cubicBezTo>
                    <a:pt x="4605" y="0"/>
                    <a:pt x="4255" y="350"/>
                    <a:pt x="4255" y="782"/>
                  </a:cubicBezTo>
                  <a:cubicBezTo>
                    <a:pt x="4255" y="3344"/>
                    <a:pt x="6339" y="5428"/>
                    <a:pt x="8901" y="5428"/>
                  </a:cubicBezTo>
                  <a:lnTo>
                    <a:pt x="10253" y="5428"/>
                  </a:lnTo>
                  <a:cubicBezTo>
                    <a:pt x="10569" y="5428"/>
                    <a:pt x="10827" y="5684"/>
                    <a:pt x="10827" y="6001"/>
                  </a:cubicBezTo>
                  <a:cubicBezTo>
                    <a:pt x="10827" y="6317"/>
                    <a:pt x="10569" y="6574"/>
                    <a:pt x="10253" y="6574"/>
                  </a:cubicBezTo>
                  <a:lnTo>
                    <a:pt x="4164" y="6574"/>
                  </a:lnTo>
                  <a:cubicBezTo>
                    <a:pt x="1869" y="6574"/>
                    <a:pt x="1" y="8441"/>
                    <a:pt x="1" y="10737"/>
                  </a:cubicBezTo>
                  <a:cubicBezTo>
                    <a:pt x="1" y="13033"/>
                    <a:pt x="1869" y="14901"/>
                    <a:pt x="4164" y="14901"/>
                  </a:cubicBezTo>
                  <a:lnTo>
                    <a:pt x="8660" y="14901"/>
                  </a:lnTo>
                  <a:cubicBezTo>
                    <a:pt x="9092" y="14901"/>
                    <a:pt x="9442" y="14551"/>
                    <a:pt x="9443" y="14118"/>
                  </a:cubicBezTo>
                  <a:cubicBezTo>
                    <a:pt x="9443" y="13687"/>
                    <a:pt x="9093" y="13338"/>
                    <a:pt x="8662" y="13338"/>
                  </a:cubicBezTo>
                  <a:lnTo>
                    <a:pt x="4166" y="13338"/>
                  </a:lnTo>
                  <a:cubicBezTo>
                    <a:pt x="2731" y="13338"/>
                    <a:pt x="1564" y="12171"/>
                    <a:pt x="1564" y="10736"/>
                  </a:cubicBezTo>
                  <a:cubicBezTo>
                    <a:pt x="1564" y="9301"/>
                    <a:pt x="2731" y="8134"/>
                    <a:pt x="4166" y="8134"/>
                  </a:cubicBezTo>
                  <a:lnTo>
                    <a:pt x="10255" y="8134"/>
                  </a:lnTo>
                  <a:cubicBezTo>
                    <a:pt x="11431" y="8134"/>
                    <a:pt x="12388" y="7178"/>
                    <a:pt x="12388" y="6001"/>
                  </a:cubicBezTo>
                  <a:cubicBezTo>
                    <a:pt x="12388" y="4824"/>
                    <a:pt x="11432" y="3867"/>
                    <a:pt x="10255" y="3867"/>
                  </a:cubicBezTo>
                  <a:lnTo>
                    <a:pt x="8902" y="3867"/>
                  </a:lnTo>
                  <a:cubicBezTo>
                    <a:pt x="7199" y="3867"/>
                    <a:pt x="5816" y="2482"/>
                    <a:pt x="5816" y="782"/>
                  </a:cubicBezTo>
                  <a:cubicBezTo>
                    <a:pt x="5816" y="350"/>
                    <a:pt x="5467" y="0"/>
                    <a:pt x="5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8546503" y="285712"/>
              <a:ext cx="508555" cy="508584"/>
            </a:xfrm>
            <a:custGeom>
              <a:avLst/>
              <a:gdLst/>
              <a:ahLst/>
              <a:cxnLst/>
              <a:rect l="l" t="t" r="r" b="b"/>
              <a:pathLst>
                <a:path w="17550" h="17551" extrusionOk="0">
                  <a:moveTo>
                    <a:pt x="1962" y="0"/>
                  </a:moveTo>
                  <a:cubicBezTo>
                    <a:pt x="879" y="0"/>
                    <a:pt x="1" y="878"/>
                    <a:pt x="1" y="1960"/>
                  </a:cubicBezTo>
                  <a:lnTo>
                    <a:pt x="1" y="5851"/>
                  </a:lnTo>
                  <a:lnTo>
                    <a:pt x="1" y="15591"/>
                  </a:lnTo>
                  <a:cubicBezTo>
                    <a:pt x="1" y="16673"/>
                    <a:pt x="879" y="17550"/>
                    <a:pt x="1962" y="17550"/>
                  </a:cubicBezTo>
                  <a:lnTo>
                    <a:pt x="17550" y="17550"/>
                  </a:lnTo>
                  <a:lnTo>
                    <a:pt x="17523" y="17524"/>
                  </a:lnTo>
                  <a:lnTo>
                    <a:pt x="17550" y="17524"/>
                  </a:lnTo>
                  <a:lnTo>
                    <a:pt x="17550" y="13634"/>
                  </a:lnTo>
                  <a:cubicBezTo>
                    <a:pt x="17549" y="12552"/>
                    <a:pt x="16671" y="11674"/>
                    <a:pt x="15588" y="11674"/>
                  </a:cubicBezTo>
                  <a:lnTo>
                    <a:pt x="13642" y="11674"/>
                  </a:lnTo>
                  <a:cubicBezTo>
                    <a:pt x="12556" y="11674"/>
                    <a:pt x="11677" y="10791"/>
                    <a:pt x="11682" y="9704"/>
                  </a:cubicBezTo>
                  <a:lnTo>
                    <a:pt x="11691" y="7792"/>
                  </a:lnTo>
                  <a:cubicBezTo>
                    <a:pt x="11696" y="6706"/>
                    <a:pt x="10817" y="5822"/>
                    <a:pt x="9731" y="5822"/>
                  </a:cubicBezTo>
                  <a:lnTo>
                    <a:pt x="7811" y="5822"/>
                  </a:lnTo>
                  <a:cubicBezTo>
                    <a:pt x="6728" y="5822"/>
                    <a:pt x="5850" y="4945"/>
                    <a:pt x="5850" y="3863"/>
                  </a:cubicBezTo>
                  <a:lnTo>
                    <a:pt x="5850" y="1960"/>
                  </a:lnTo>
                  <a:cubicBezTo>
                    <a:pt x="5850" y="878"/>
                    <a:pt x="4972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256482" y="1868848"/>
              <a:ext cx="172213" cy="156884"/>
            </a:xfrm>
            <a:custGeom>
              <a:avLst/>
              <a:gdLst/>
              <a:ahLst/>
              <a:cxnLst/>
              <a:rect l="l" t="t" r="r" b="b"/>
              <a:pathLst>
                <a:path w="5943" h="5414" extrusionOk="0">
                  <a:moveTo>
                    <a:pt x="2972" y="0"/>
                  </a:moveTo>
                  <a:cubicBezTo>
                    <a:pt x="2279" y="0"/>
                    <a:pt x="1587" y="264"/>
                    <a:pt x="1058" y="793"/>
                  </a:cubicBezTo>
                  <a:cubicBezTo>
                    <a:pt x="1" y="1850"/>
                    <a:pt x="1" y="3563"/>
                    <a:pt x="1058" y="4620"/>
                  </a:cubicBezTo>
                  <a:cubicBezTo>
                    <a:pt x="1587" y="5149"/>
                    <a:pt x="2279" y="5413"/>
                    <a:pt x="2972" y="5413"/>
                  </a:cubicBezTo>
                  <a:cubicBezTo>
                    <a:pt x="3664" y="5413"/>
                    <a:pt x="4357" y="5149"/>
                    <a:pt x="4885" y="4620"/>
                  </a:cubicBezTo>
                  <a:cubicBezTo>
                    <a:pt x="5943" y="3563"/>
                    <a:pt x="5943" y="1850"/>
                    <a:pt x="4885" y="793"/>
                  </a:cubicBezTo>
                  <a:cubicBezTo>
                    <a:pt x="4357" y="264"/>
                    <a:pt x="3664" y="0"/>
                    <a:pt x="29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8755574" y="3255833"/>
              <a:ext cx="388414" cy="868832"/>
            </a:xfrm>
            <a:custGeom>
              <a:avLst/>
              <a:gdLst/>
              <a:ahLst/>
              <a:cxnLst/>
              <a:rect l="l" t="t" r="r" b="b"/>
              <a:pathLst>
                <a:path w="13404" h="29983" extrusionOk="0">
                  <a:moveTo>
                    <a:pt x="1" y="1"/>
                  </a:moveTo>
                  <a:lnTo>
                    <a:pt x="1" y="23281"/>
                  </a:lnTo>
                  <a:cubicBezTo>
                    <a:pt x="1" y="26981"/>
                    <a:pt x="3000" y="29982"/>
                    <a:pt x="6701" y="29982"/>
                  </a:cubicBezTo>
                  <a:cubicBezTo>
                    <a:pt x="10403" y="29982"/>
                    <a:pt x="13403" y="26983"/>
                    <a:pt x="13402" y="23281"/>
                  </a:cubicBezTo>
                  <a:lnTo>
                    <a:pt x="134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8608399" y="1109498"/>
              <a:ext cx="275286" cy="271693"/>
            </a:xfrm>
            <a:custGeom>
              <a:avLst/>
              <a:gdLst/>
              <a:ahLst/>
              <a:cxnLst/>
              <a:rect l="l" t="t" r="r" b="b"/>
              <a:pathLst>
                <a:path w="9500" h="9376" extrusionOk="0">
                  <a:moveTo>
                    <a:pt x="4931" y="1"/>
                  </a:moveTo>
                  <a:cubicBezTo>
                    <a:pt x="3810" y="1"/>
                    <a:pt x="2899" y="910"/>
                    <a:pt x="2899" y="2032"/>
                  </a:cubicBezTo>
                  <a:cubicBezTo>
                    <a:pt x="2899" y="2494"/>
                    <a:pt x="3056" y="2918"/>
                    <a:pt x="3314" y="3258"/>
                  </a:cubicBezTo>
                  <a:lnTo>
                    <a:pt x="3059" y="3258"/>
                  </a:lnTo>
                  <a:cubicBezTo>
                    <a:pt x="1370" y="3258"/>
                    <a:pt x="1" y="4627"/>
                    <a:pt x="1" y="6316"/>
                  </a:cubicBezTo>
                  <a:cubicBezTo>
                    <a:pt x="1" y="8006"/>
                    <a:pt x="1370" y="9376"/>
                    <a:pt x="3059" y="9376"/>
                  </a:cubicBezTo>
                  <a:lnTo>
                    <a:pt x="6439" y="9376"/>
                  </a:lnTo>
                  <a:cubicBezTo>
                    <a:pt x="8128" y="9376"/>
                    <a:pt x="9499" y="8006"/>
                    <a:pt x="9499" y="6316"/>
                  </a:cubicBezTo>
                  <a:cubicBezTo>
                    <a:pt x="9500" y="5288"/>
                    <a:pt x="8989" y="4379"/>
                    <a:pt x="8210" y="3824"/>
                  </a:cubicBezTo>
                  <a:cubicBezTo>
                    <a:pt x="8850" y="3482"/>
                    <a:pt x="9287" y="2809"/>
                    <a:pt x="9287" y="2032"/>
                  </a:cubicBezTo>
                  <a:cubicBezTo>
                    <a:pt x="9287" y="910"/>
                    <a:pt x="8376" y="1"/>
                    <a:pt x="7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119616" y="4603473"/>
              <a:ext cx="445935" cy="445964"/>
            </a:xfrm>
            <a:custGeom>
              <a:avLst/>
              <a:gdLst/>
              <a:ahLst/>
              <a:cxnLst/>
              <a:rect l="l" t="t" r="r" b="b"/>
              <a:pathLst>
                <a:path w="15389" h="15390" extrusionOk="0">
                  <a:moveTo>
                    <a:pt x="0" y="1"/>
                  </a:moveTo>
                  <a:lnTo>
                    <a:pt x="24" y="24"/>
                  </a:lnTo>
                  <a:lnTo>
                    <a:pt x="0" y="24"/>
                  </a:lnTo>
                  <a:lnTo>
                    <a:pt x="0" y="3435"/>
                  </a:lnTo>
                  <a:cubicBezTo>
                    <a:pt x="0" y="4384"/>
                    <a:pt x="770" y="5153"/>
                    <a:pt x="1719" y="5153"/>
                  </a:cubicBezTo>
                  <a:lnTo>
                    <a:pt x="3427" y="5153"/>
                  </a:lnTo>
                  <a:cubicBezTo>
                    <a:pt x="4379" y="5153"/>
                    <a:pt x="5150" y="5927"/>
                    <a:pt x="5146" y="6879"/>
                  </a:cubicBezTo>
                  <a:lnTo>
                    <a:pt x="5138" y="8555"/>
                  </a:lnTo>
                  <a:cubicBezTo>
                    <a:pt x="5135" y="9507"/>
                    <a:pt x="5905" y="10281"/>
                    <a:pt x="6857" y="10281"/>
                  </a:cubicBezTo>
                  <a:lnTo>
                    <a:pt x="8540" y="10281"/>
                  </a:lnTo>
                  <a:cubicBezTo>
                    <a:pt x="9490" y="10281"/>
                    <a:pt x="10259" y="11050"/>
                    <a:pt x="10259" y="12000"/>
                  </a:cubicBezTo>
                  <a:lnTo>
                    <a:pt x="10259" y="13671"/>
                  </a:lnTo>
                  <a:cubicBezTo>
                    <a:pt x="10259" y="14621"/>
                    <a:pt x="11028" y="15390"/>
                    <a:pt x="11978" y="15390"/>
                  </a:cubicBezTo>
                  <a:lnTo>
                    <a:pt x="13669" y="15390"/>
                  </a:lnTo>
                  <a:cubicBezTo>
                    <a:pt x="14619" y="15390"/>
                    <a:pt x="15388" y="14621"/>
                    <a:pt x="15388" y="13671"/>
                  </a:cubicBezTo>
                  <a:lnTo>
                    <a:pt x="15388" y="10260"/>
                  </a:lnTo>
                  <a:lnTo>
                    <a:pt x="15388" y="1720"/>
                  </a:lnTo>
                  <a:cubicBezTo>
                    <a:pt x="15388" y="770"/>
                    <a:pt x="14619" y="1"/>
                    <a:pt x="136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" name="Google Shape;104;p6"/>
            <p:cNvGrpSpPr/>
            <p:nvPr/>
          </p:nvGrpSpPr>
          <p:grpSpPr>
            <a:xfrm rot="5400000">
              <a:off x="-127390" y="2166801"/>
              <a:ext cx="735565" cy="809892"/>
              <a:chOff x="4880660" y="1531638"/>
              <a:chExt cx="735565" cy="809892"/>
            </a:xfrm>
          </p:grpSpPr>
          <p:sp>
            <p:nvSpPr>
              <p:cNvPr id="105" name="Google Shape;105;p6"/>
              <p:cNvSpPr/>
              <p:nvPr/>
            </p:nvSpPr>
            <p:spPr>
              <a:xfrm>
                <a:off x="4978777" y="1629726"/>
                <a:ext cx="539387" cy="711803"/>
              </a:xfrm>
              <a:custGeom>
                <a:avLst/>
                <a:gdLst/>
                <a:ahLst/>
                <a:cxnLst/>
                <a:rect l="l" t="t" r="r" b="b"/>
                <a:pathLst>
                  <a:path w="18614" h="24564" extrusionOk="0">
                    <a:moveTo>
                      <a:pt x="9307" y="1"/>
                    </a:moveTo>
                    <a:cubicBezTo>
                      <a:pt x="8052" y="1"/>
                      <a:pt x="6831" y="248"/>
                      <a:pt x="5684" y="733"/>
                    </a:cubicBezTo>
                    <a:cubicBezTo>
                      <a:pt x="4575" y="1202"/>
                      <a:pt x="3581" y="1873"/>
                      <a:pt x="2726" y="2727"/>
                    </a:cubicBezTo>
                    <a:cubicBezTo>
                      <a:pt x="1871" y="3582"/>
                      <a:pt x="1200" y="4576"/>
                      <a:pt x="732" y="5685"/>
                    </a:cubicBezTo>
                    <a:cubicBezTo>
                      <a:pt x="247" y="6832"/>
                      <a:pt x="0" y="8050"/>
                      <a:pt x="0" y="9308"/>
                    </a:cubicBezTo>
                    <a:lnTo>
                      <a:pt x="0" y="24564"/>
                    </a:lnTo>
                    <a:lnTo>
                      <a:pt x="333" y="24564"/>
                    </a:lnTo>
                    <a:lnTo>
                      <a:pt x="333" y="9308"/>
                    </a:lnTo>
                    <a:cubicBezTo>
                      <a:pt x="333" y="8096"/>
                      <a:pt x="569" y="6920"/>
                      <a:pt x="1038" y="5814"/>
                    </a:cubicBezTo>
                    <a:cubicBezTo>
                      <a:pt x="1489" y="4745"/>
                      <a:pt x="2136" y="3786"/>
                      <a:pt x="2960" y="2962"/>
                    </a:cubicBezTo>
                    <a:cubicBezTo>
                      <a:pt x="3784" y="2138"/>
                      <a:pt x="4745" y="1491"/>
                      <a:pt x="5813" y="1039"/>
                    </a:cubicBezTo>
                    <a:cubicBezTo>
                      <a:pt x="6921" y="571"/>
                      <a:pt x="8095" y="334"/>
                      <a:pt x="9307" y="334"/>
                    </a:cubicBezTo>
                    <a:cubicBezTo>
                      <a:pt x="10519" y="334"/>
                      <a:pt x="11694" y="570"/>
                      <a:pt x="12801" y="1039"/>
                    </a:cubicBezTo>
                    <a:cubicBezTo>
                      <a:pt x="13870" y="1491"/>
                      <a:pt x="14828" y="2137"/>
                      <a:pt x="15653" y="2962"/>
                    </a:cubicBezTo>
                    <a:cubicBezTo>
                      <a:pt x="16477" y="3785"/>
                      <a:pt x="17124" y="4745"/>
                      <a:pt x="17576" y="5814"/>
                    </a:cubicBezTo>
                    <a:cubicBezTo>
                      <a:pt x="18043" y="6922"/>
                      <a:pt x="18280" y="8096"/>
                      <a:pt x="18280" y="9308"/>
                    </a:cubicBezTo>
                    <a:lnTo>
                      <a:pt x="18280" y="24564"/>
                    </a:lnTo>
                    <a:lnTo>
                      <a:pt x="18614" y="24564"/>
                    </a:lnTo>
                    <a:lnTo>
                      <a:pt x="18614" y="9308"/>
                    </a:lnTo>
                    <a:cubicBezTo>
                      <a:pt x="18614" y="8052"/>
                      <a:pt x="18367" y="6832"/>
                      <a:pt x="17882" y="5685"/>
                    </a:cubicBezTo>
                    <a:cubicBezTo>
                      <a:pt x="17413" y="4578"/>
                      <a:pt x="16742" y="3582"/>
                      <a:pt x="15888" y="2727"/>
                    </a:cubicBezTo>
                    <a:cubicBezTo>
                      <a:pt x="15033" y="1873"/>
                      <a:pt x="14038" y="1202"/>
                      <a:pt x="12930" y="733"/>
                    </a:cubicBezTo>
                    <a:cubicBezTo>
                      <a:pt x="11782" y="248"/>
                      <a:pt x="10563" y="1"/>
                      <a:pt x="93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4983240" y="1634218"/>
                <a:ext cx="530375" cy="702791"/>
              </a:xfrm>
              <a:custGeom>
                <a:avLst/>
                <a:gdLst/>
                <a:ahLst/>
                <a:cxnLst/>
                <a:rect l="l" t="t" r="r" b="b"/>
                <a:pathLst>
                  <a:path w="18303" h="24253" extrusionOk="0">
                    <a:moveTo>
                      <a:pt x="9152" y="1"/>
                    </a:moveTo>
                    <a:cubicBezTo>
                      <a:pt x="7916" y="1"/>
                      <a:pt x="6717" y="242"/>
                      <a:pt x="5590" y="719"/>
                    </a:cubicBezTo>
                    <a:cubicBezTo>
                      <a:pt x="4499" y="1182"/>
                      <a:pt x="3521" y="1842"/>
                      <a:pt x="2680" y="2681"/>
                    </a:cubicBezTo>
                    <a:cubicBezTo>
                      <a:pt x="1839" y="3522"/>
                      <a:pt x="1179" y="4501"/>
                      <a:pt x="719" y="5591"/>
                    </a:cubicBezTo>
                    <a:cubicBezTo>
                      <a:pt x="242" y="6718"/>
                      <a:pt x="0" y="7918"/>
                      <a:pt x="0" y="9153"/>
                    </a:cubicBezTo>
                    <a:lnTo>
                      <a:pt x="0" y="24252"/>
                    </a:lnTo>
                    <a:lnTo>
                      <a:pt x="21" y="24252"/>
                    </a:lnTo>
                    <a:lnTo>
                      <a:pt x="21" y="9153"/>
                    </a:lnTo>
                    <a:cubicBezTo>
                      <a:pt x="21" y="7920"/>
                      <a:pt x="262" y="6723"/>
                      <a:pt x="738" y="5598"/>
                    </a:cubicBezTo>
                    <a:cubicBezTo>
                      <a:pt x="1198" y="4511"/>
                      <a:pt x="1855" y="3535"/>
                      <a:pt x="2695" y="2696"/>
                    </a:cubicBezTo>
                    <a:cubicBezTo>
                      <a:pt x="3533" y="1857"/>
                      <a:pt x="4511" y="1198"/>
                      <a:pt x="5597" y="739"/>
                    </a:cubicBezTo>
                    <a:cubicBezTo>
                      <a:pt x="6723" y="263"/>
                      <a:pt x="7919" y="21"/>
                      <a:pt x="9152" y="21"/>
                    </a:cubicBezTo>
                    <a:cubicBezTo>
                      <a:pt x="10384" y="21"/>
                      <a:pt x="11580" y="263"/>
                      <a:pt x="12706" y="739"/>
                    </a:cubicBezTo>
                    <a:cubicBezTo>
                      <a:pt x="13794" y="1198"/>
                      <a:pt x="14770" y="1857"/>
                      <a:pt x="15608" y="2696"/>
                    </a:cubicBezTo>
                    <a:cubicBezTo>
                      <a:pt x="16447" y="3535"/>
                      <a:pt x="17105" y="4512"/>
                      <a:pt x="17565" y="5598"/>
                    </a:cubicBezTo>
                    <a:cubicBezTo>
                      <a:pt x="18042" y="6723"/>
                      <a:pt x="18282" y="7920"/>
                      <a:pt x="18282" y="9153"/>
                    </a:cubicBezTo>
                    <a:lnTo>
                      <a:pt x="18282" y="24253"/>
                    </a:lnTo>
                    <a:lnTo>
                      <a:pt x="18303" y="24253"/>
                    </a:lnTo>
                    <a:lnTo>
                      <a:pt x="18303" y="9153"/>
                    </a:lnTo>
                    <a:cubicBezTo>
                      <a:pt x="18303" y="7918"/>
                      <a:pt x="18062" y="6718"/>
                      <a:pt x="17584" y="5591"/>
                    </a:cubicBezTo>
                    <a:cubicBezTo>
                      <a:pt x="17123" y="4500"/>
                      <a:pt x="16463" y="3522"/>
                      <a:pt x="15623" y="2681"/>
                    </a:cubicBezTo>
                    <a:cubicBezTo>
                      <a:pt x="14782" y="1840"/>
                      <a:pt x="13803" y="1181"/>
                      <a:pt x="12714" y="719"/>
                    </a:cubicBezTo>
                    <a:cubicBezTo>
                      <a:pt x="11586" y="242"/>
                      <a:pt x="10387" y="1"/>
                      <a:pt x="91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5174867" y="1825815"/>
                <a:ext cx="147177" cy="515713"/>
              </a:xfrm>
              <a:custGeom>
                <a:avLst/>
                <a:gdLst/>
                <a:ahLst/>
                <a:cxnLst/>
                <a:rect l="l" t="t" r="r" b="b"/>
                <a:pathLst>
                  <a:path w="5079" h="17797" extrusionOk="0">
                    <a:moveTo>
                      <a:pt x="2540" y="1"/>
                    </a:moveTo>
                    <a:cubicBezTo>
                      <a:pt x="1140" y="1"/>
                      <a:pt x="0" y="1141"/>
                      <a:pt x="0" y="2541"/>
                    </a:cubicBezTo>
                    <a:lnTo>
                      <a:pt x="0" y="17797"/>
                    </a:lnTo>
                    <a:lnTo>
                      <a:pt x="333" y="17797"/>
                    </a:lnTo>
                    <a:lnTo>
                      <a:pt x="333" y="2541"/>
                    </a:lnTo>
                    <a:cubicBezTo>
                      <a:pt x="333" y="1324"/>
                      <a:pt x="1323" y="335"/>
                      <a:pt x="2540" y="335"/>
                    </a:cubicBezTo>
                    <a:cubicBezTo>
                      <a:pt x="3755" y="335"/>
                      <a:pt x="4745" y="1323"/>
                      <a:pt x="4745" y="2541"/>
                    </a:cubicBezTo>
                    <a:lnTo>
                      <a:pt x="4745" y="17797"/>
                    </a:lnTo>
                    <a:lnTo>
                      <a:pt x="5079" y="17797"/>
                    </a:lnTo>
                    <a:lnTo>
                      <a:pt x="5079" y="2541"/>
                    </a:lnTo>
                    <a:cubicBezTo>
                      <a:pt x="5079" y="1141"/>
                      <a:pt x="3940" y="1"/>
                      <a:pt x="25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5179387" y="1830365"/>
                <a:ext cx="138078" cy="506643"/>
              </a:xfrm>
              <a:custGeom>
                <a:avLst/>
                <a:gdLst/>
                <a:ahLst/>
                <a:cxnLst/>
                <a:rect l="l" t="t" r="r" b="b"/>
                <a:pathLst>
                  <a:path w="4765" h="17484" extrusionOk="0">
                    <a:moveTo>
                      <a:pt x="2382" y="1"/>
                    </a:moveTo>
                    <a:cubicBezTo>
                      <a:pt x="1069" y="1"/>
                      <a:pt x="0" y="1069"/>
                      <a:pt x="0" y="2384"/>
                    </a:cubicBezTo>
                    <a:lnTo>
                      <a:pt x="0" y="17483"/>
                    </a:lnTo>
                    <a:lnTo>
                      <a:pt x="21" y="17483"/>
                    </a:lnTo>
                    <a:lnTo>
                      <a:pt x="21" y="2384"/>
                    </a:lnTo>
                    <a:cubicBezTo>
                      <a:pt x="21" y="1080"/>
                      <a:pt x="1082" y="20"/>
                      <a:pt x="2384" y="20"/>
                    </a:cubicBezTo>
                    <a:cubicBezTo>
                      <a:pt x="3686" y="20"/>
                      <a:pt x="4745" y="1082"/>
                      <a:pt x="4745" y="2384"/>
                    </a:cubicBezTo>
                    <a:lnTo>
                      <a:pt x="4745" y="17484"/>
                    </a:lnTo>
                    <a:lnTo>
                      <a:pt x="4765" y="17484"/>
                    </a:lnTo>
                    <a:lnTo>
                      <a:pt x="4765" y="2384"/>
                    </a:lnTo>
                    <a:cubicBezTo>
                      <a:pt x="4765" y="1069"/>
                      <a:pt x="3696" y="1"/>
                      <a:pt x="23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4880660" y="1531638"/>
                <a:ext cx="735565" cy="809892"/>
              </a:xfrm>
              <a:custGeom>
                <a:avLst/>
                <a:gdLst/>
                <a:ahLst/>
                <a:cxnLst/>
                <a:rect l="l" t="t" r="r" b="b"/>
                <a:pathLst>
                  <a:path w="25384" h="27949" extrusionOk="0">
                    <a:moveTo>
                      <a:pt x="12692" y="0"/>
                    </a:moveTo>
                    <a:cubicBezTo>
                      <a:pt x="5694" y="0"/>
                      <a:pt x="1" y="5695"/>
                      <a:pt x="1" y="12693"/>
                    </a:cubicBezTo>
                    <a:lnTo>
                      <a:pt x="1" y="27949"/>
                    </a:lnTo>
                    <a:lnTo>
                      <a:pt x="334" y="27949"/>
                    </a:lnTo>
                    <a:lnTo>
                      <a:pt x="334" y="12693"/>
                    </a:lnTo>
                    <a:cubicBezTo>
                      <a:pt x="334" y="5878"/>
                      <a:pt x="5878" y="334"/>
                      <a:pt x="12692" y="334"/>
                    </a:cubicBezTo>
                    <a:cubicBezTo>
                      <a:pt x="19506" y="334"/>
                      <a:pt x="25051" y="5878"/>
                      <a:pt x="25051" y="12693"/>
                    </a:cubicBezTo>
                    <a:lnTo>
                      <a:pt x="25051" y="27949"/>
                    </a:lnTo>
                    <a:lnTo>
                      <a:pt x="25383" y="27949"/>
                    </a:lnTo>
                    <a:lnTo>
                      <a:pt x="25383" y="12693"/>
                    </a:lnTo>
                    <a:cubicBezTo>
                      <a:pt x="25383" y="5694"/>
                      <a:pt x="19689" y="0"/>
                      <a:pt x="126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4885151" y="1536217"/>
                <a:ext cx="726495" cy="800793"/>
              </a:xfrm>
              <a:custGeom>
                <a:avLst/>
                <a:gdLst/>
                <a:ahLst/>
                <a:cxnLst/>
                <a:rect l="l" t="t" r="r" b="b"/>
                <a:pathLst>
                  <a:path w="25071" h="27635" extrusionOk="0">
                    <a:moveTo>
                      <a:pt x="12535" y="0"/>
                    </a:moveTo>
                    <a:cubicBezTo>
                      <a:pt x="5624" y="0"/>
                      <a:pt x="1" y="5623"/>
                      <a:pt x="1" y="12535"/>
                    </a:cubicBezTo>
                    <a:lnTo>
                      <a:pt x="1" y="27634"/>
                    </a:lnTo>
                    <a:lnTo>
                      <a:pt x="21" y="27634"/>
                    </a:lnTo>
                    <a:lnTo>
                      <a:pt x="21" y="12535"/>
                    </a:lnTo>
                    <a:cubicBezTo>
                      <a:pt x="21" y="5634"/>
                      <a:pt x="5636" y="20"/>
                      <a:pt x="12536" y="20"/>
                    </a:cubicBezTo>
                    <a:cubicBezTo>
                      <a:pt x="19437" y="20"/>
                      <a:pt x="25052" y="5634"/>
                      <a:pt x="25052" y="12535"/>
                    </a:cubicBezTo>
                    <a:lnTo>
                      <a:pt x="25052" y="27635"/>
                    </a:lnTo>
                    <a:lnTo>
                      <a:pt x="25070" y="27635"/>
                    </a:lnTo>
                    <a:lnTo>
                      <a:pt x="25070" y="12535"/>
                    </a:lnTo>
                    <a:cubicBezTo>
                      <a:pt x="25070" y="5623"/>
                      <a:pt x="19446" y="0"/>
                      <a:pt x="125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6"/>
              <p:cNvSpPr/>
              <p:nvPr/>
            </p:nvSpPr>
            <p:spPr>
              <a:xfrm>
                <a:off x="5076778" y="1727756"/>
                <a:ext cx="343325" cy="613772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21181" extrusionOk="0">
                    <a:moveTo>
                      <a:pt x="5925" y="0"/>
                    </a:moveTo>
                    <a:cubicBezTo>
                      <a:pt x="2658" y="0"/>
                      <a:pt x="1" y="2658"/>
                      <a:pt x="1" y="5925"/>
                    </a:cubicBezTo>
                    <a:lnTo>
                      <a:pt x="1" y="21181"/>
                    </a:lnTo>
                    <a:lnTo>
                      <a:pt x="334" y="21181"/>
                    </a:lnTo>
                    <a:lnTo>
                      <a:pt x="334" y="5925"/>
                    </a:lnTo>
                    <a:cubicBezTo>
                      <a:pt x="334" y="2842"/>
                      <a:pt x="2843" y="334"/>
                      <a:pt x="5925" y="334"/>
                    </a:cubicBezTo>
                    <a:cubicBezTo>
                      <a:pt x="9007" y="334"/>
                      <a:pt x="11515" y="2843"/>
                      <a:pt x="11515" y="5925"/>
                    </a:cubicBezTo>
                    <a:lnTo>
                      <a:pt x="11515" y="21181"/>
                    </a:lnTo>
                    <a:lnTo>
                      <a:pt x="11847" y="21181"/>
                    </a:lnTo>
                    <a:lnTo>
                      <a:pt x="11847" y="5925"/>
                    </a:lnTo>
                    <a:cubicBezTo>
                      <a:pt x="11847" y="2658"/>
                      <a:pt x="9192" y="0"/>
                      <a:pt x="5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5081270" y="1732335"/>
                <a:ext cx="334226" cy="604673"/>
              </a:xfrm>
              <a:custGeom>
                <a:avLst/>
                <a:gdLst/>
                <a:ahLst/>
                <a:cxnLst/>
                <a:rect l="l" t="t" r="r" b="b"/>
                <a:pathLst>
                  <a:path w="11534" h="20867" extrusionOk="0">
                    <a:moveTo>
                      <a:pt x="5767" y="0"/>
                    </a:moveTo>
                    <a:cubicBezTo>
                      <a:pt x="2589" y="0"/>
                      <a:pt x="1" y="2587"/>
                      <a:pt x="1" y="5767"/>
                    </a:cubicBezTo>
                    <a:lnTo>
                      <a:pt x="1" y="20866"/>
                    </a:lnTo>
                    <a:lnTo>
                      <a:pt x="21" y="20866"/>
                    </a:lnTo>
                    <a:lnTo>
                      <a:pt x="21" y="5767"/>
                    </a:lnTo>
                    <a:cubicBezTo>
                      <a:pt x="21" y="2598"/>
                      <a:pt x="2600" y="20"/>
                      <a:pt x="5769" y="20"/>
                    </a:cubicBezTo>
                    <a:cubicBezTo>
                      <a:pt x="8939" y="20"/>
                      <a:pt x="11516" y="2598"/>
                      <a:pt x="11516" y="5767"/>
                    </a:cubicBezTo>
                    <a:lnTo>
                      <a:pt x="11516" y="20867"/>
                    </a:lnTo>
                    <a:lnTo>
                      <a:pt x="11533" y="20867"/>
                    </a:lnTo>
                    <a:lnTo>
                      <a:pt x="11533" y="5767"/>
                    </a:lnTo>
                    <a:cubicBezTo>
                      <a:pt x="11533" y="2587"/>
                      <a:pt x="8947" y="0"/>
                      <a:pt x="5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5243601" y="1899592"/>
                <a:ext cx="9707" cy="44155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5238" extrusionOk="0">
                    <a:moveTo>
                      <a:pt x="1" y="1"/>
                    </a:moveTo>
                    <a:lnTo>
                      <a:pt x="1" y="15237"/>
                    </a:lnTo>
                    <a:lnTo>
                      <a:pt x="334" y="15237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5248150" y="1904170"/>
                <a:ext cx="638" cy="432518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926" extrusionOk="0">
                    <a:moveTo>
                      <a:pt x="1" y="1"/>
                    </a:moveTo>
                    <a:lnTo>
                      <a:pt x="1" y="14925"/>
                    </a:lnTo>
                    <a:lnTo>
                      <a:pt x="21" y="14925"/>
                    </a:lnTo>
                    <a:lnTo>
                      <a:pt x="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5" name="Google Shape;115;p6"/>
            <p:cNvSpPr/>
            <p:nvPr/>
          </p:nvSpPr>
          <p:spPr>
            <a:xfrm>
              <a:off x="337711" y="10"/>
              <a:ext cx="9765" cy="1011720"/>
            </a:xfrm>
            <a:custGeom>
              <a:avLst/>
              <a:gdLst/>
              <a:ahLst/>
              <a:cxnLst/>
              <a:rect l="l" t="t" r="r" b="b"/>
              <a:pathLst>
                <a:path w="337" h="34914" extrusionOk="0">
                  <a:moveTo>
                    <a:pt x="1" y="0"/>
                  </a:moveTo>
                  <a:lnTo>
                    <a:pt x="1" y="34914"/>
                  </a:lnTo>
                  <a:lnTo>
                    <a:pt x="336" y="34914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8796112" y="2203969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720000" y="1632025"/>
            <a:ext cx="4503600" cy="22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0" name="Google Shape;120;p7"/>
          <p:cNvGrpSpPr/>
          <p:nvPr/>
        </p:nvGrpSpPr>
        <p:grpSpPr>
          <a:xfrm>
            <a:off x="-12" y="8"/>
            <a:ext cx="9001579" cy="5143498"/>
            <a:chOff x="-12" y="8"/>
            <a:chExt cx="9001579" cy="5143498"/>
          </a:xfrm>
        </p:grpSpPr>
        <p:sp>
          <p:nvSpPr>
            <p:cNvPr id="121" name="Google Shape;121;p7"/>
            <p:cNvSpPr/>
            <p:nvPr/>
          </p:nvSpPr>
          <p:spPr>
            <a:xfrm>
              <a:off x="-12" y="3165310"/>
              <a:ext cx="237123" cy="237123"/>
            </a:xfrm>
            <a:custGeom>
              <a:avLst/>
              <a:gdLst/>
              <a:ahLst/>
              <a:cxnLst/>
              <a:rect l="l" t="t" r="r" b="b"/>
              <a:pathLst>
                <a:path w="8183" h="8183" extrusionOk="0">
                  <a:moveTo>
                    <a:pt x="0" y="0"/>
                  </a:moveTo>
                  <a:lnTo>
                    <a:pt x="0" y="8183"/>
                  </a:lnTo>
                  <a:lnTo>
                    <a:pt x="4091" y="8183"/>
                  </a:lnTo>
                  <a:cubicBezTo>
                    <a:pt x="6350" y="8183"/>
                    <a:pt x="8182" y="6351"/>
                    <a:pt x="8182" y="4091"/>
                  </a:cubicBezTo>
                  <a:cubicBezTo>
                    <a:pt x="8182" y="1832"/>
                    <a:pt x="6351" y="0"/>
                    <a:pt x="40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8599881" y="1796770"/>
              <a:ext cx="401686" cy="241035"/>
            </a:xfrm>
            <a:custGeom>
              <a:avLst/>
              <a:gdLst/>
              <a:ahLst/>
              <a:cxnLst/>
              <a:rect l="l" t="t" r="r" b="b"/>
              <a:pathLst>
                <a:path w="13862" h="8318" extrusionOk="0">
                  <a:moveTo>
                    <a:pt x="6931" y="1"/>
                  </a:moveTo>
                  <a:cubicBezTo>
                    <a:pt x="3103" y="1"/>
                    <a:pt x="0" y="3103"/>
                    <a:pt x="0" y="6932"/>
                  </a:cubicBezTo>
                  <a:lnTo>
                    <a:pt x="0" y="8317"/>
                  </a:lnTo>
                  <a:lnTo>
                    <a:pt x="13861" y="8317"/>
                  </a:lnTo>
                  <a:lnTo>
                    <a:pt x="13861" y="6932"/>
                  </a:lnTo>
                  <a:cubicBezTo>
                    <a:pt x="13861" y="3103"/>
                    <a:pt x="10759" y="1"/>
                    <a:pt x="6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178132" y="2683835"/>
              <a:ext cx="172213" cy="156884"/>
            </a:xfrm>
            <a:custGeom>
              <a:avLst/>
              <a:gdLst/>
              <a:ahLst/>
              <a:cxnLst/>
              <a:rect l="l" t="t" r="r" b="b"/>
              <a:pathLst>
                <a:path w="5943" h="5414" extrusionOk="0">
                  <a:moveTo>
                    <a:pt x="2972" y="0"/>
                  </a:moveTo>
                  <a:cubicBezTo>
                    <a:pt x="2279" y="0"/>
                    <a:pt x="1587" y="264"/>
                    <a:pt x="1058" y="793"/>
                  </a:cubicBezTo>
                  <a:cubicBezTo>
                    <a:pt x="1" y="1850"/>
                    <a:pt x="1" y="3563"/>
                    <a:pt x="1058" y="4620"/>
                  </a:cubicBezTo>
                  <a:cubicBezTo>
                    <a:pt x="1587" y="5149"/>
                    <a:pt x="2279" y="5413"/>
                    <a:pt x="2972" y="5413"/>
                  </a:cubicBezTo>
                  <a:cubicBezTo>
                    <a:pt x="3664" y="5413"/>
                    <a:pt x="4357" y="5149"/>
                    <a:pt x="4885" y="4620"/>
                  </a:cubicBezTo>
                  <a:cubicBezTo>
                    <a:pt x="5943" y="3563"/>
                    <a:pt x="5943" y="1850"/>
                    <a:pt x="4885" y="793"/>
                  </a:cubicBezTo>
                  <a:cubicBezTo>
                    <a:pt x="4357" y="264"/>
                    <a:pt x="3664" y="0"/>
                    <a:pt x="29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8795844" y="4001094"/>
              <a:ext cx="9765" cy="1142409"/>
            </a:xfrm>
            <a:custGeom>
              <a:avLst/>
              <a:gdLst/>
              <a:ahLst/>
              <a:cxnLst/>
              <a:rect l="l" t="t" r="r" b="b"/>
              <a:pathLst>
                <a:path w="337" h="39424" extrusionOk="0">
                  <a:moveTo>
                    <a:pt x="1" y="1"/>
                  </a:moveTo>
                  <a:lnTo>
                    <a:pt x="1" y="39424"/>
                  </a:lnTo>
                  <a:lnTo>
                    <a:pt x="336" y="39424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8423999" y="8"/>
              <a:ext cx="388414" cy="868832"/>
            </a:xfrm>
            <a:custGeom>
              <a:avLst/>
              <a:gdLst/>
              <a:ahLst/>
              <a:cxnLst/>
              <a:rect l="l" t="t" r="r" b="b"/>
              <a:pathLst>
                <a:path w="13404" h="29983" extrusionOk="0">
                  <a:moveTo>
                    <a:pt x="1" y="1"/>
                  </a:moveTo>
                  <a:lnTo>
                    <a:pt x="1" y="23281"/>
                  </a:lnTo>
                  <a:cubicBezTo>
                    <a:pt x="1" y="26981"/>
                    <a:pt x="3000" y="29982"/>
                    <a:pt x="6701" y="29982"/>
                  </a:cubicBezTo>
                  <a:cubicBezTo>
                    <a:pt x="10403" y="29982"/>
                    <a:pt x="13403" y="26983"/>
                    <a:pt x="13402" y="23281"/>
                  </a:cubicBezTo>
                  <a:lnTo>
                    <a:pt x="134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347047" y="4756616"/>
              <a:ext cx="639331" cy="383575"/>
            </a:xfrm>
            <a:custGeom>
              <a:avLst/>
              <a:gdLst/>
              <a:ahLst/>
              <a:cxnLst/>
              <a:rect l="l" t="t" r="r" b="b"/>
              <a:pathLst>
                <a:path w="22063" h="13237" extrusionOk="0">
                  <a:moveTo>
                    <a:pt x="11031" y="0"/>
                  </a:moveTo>
                  <a:cubicBezTo>
                    <a:pt x="4940" y="0"/>
                    <a:pt x="0" y="4939"/>
                    <a:pt x="0" y="11030"/>
                  </a:cubicBezTo>
                  <a:lnTo>
                    <a:pt x="0" y="13237"/>
                  </a:lnTo>
                  <a:lnTo>
                    <a:pt x="22062" y="13237"/>
                  </a:lnTo>
                  <a:lnTo>
                    <a:pt x="22062" y="11030"/>
                  </a:lnTo>
                  <a:cubicBezTo>
                    <a:pt x="22062" y="4939"/>
                    <a:pt x="17123" y="0"/>
                    <a:pt x="11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178136" y="4131785"/>
              <a:ext cx="9765" cy="1011720"/>
            </a:xfrm>
            <a:custGeom>
              <a:avLst/>
              <a:gdLst/>
              <a:ahLst/>
              <a:cxnLst/>
              <a:rect l="l" t="t" r="r" b="b"/>
              <a:pathLst>
                <a:path w="337" h="34914" extrusionOk="0">
                  <a:moveTo>
                    <a:pt x="1" y="0"/>
                  </a:moveTo>
                  <a:lnTo>
                    <a:pt x="1" y="34914"/>
                  </a:lnTo>
                  <a:lnTo>
                    <a:pt x="336" y="34914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8727628" y="2707453"/>
              <a:ext cx="146191" cy="427273"/>
            </a:xfrm>
            <a:custGeom>
              <a:avLst/>
              <a:gdLst/>
              <a:ahLst/>
              <a:cxnLst/>
              <a:rect l="l" t="t" r="r" b="b"/>
              <a:pathLst>
                <a:path w="5045" h="14745" extrusionOk="0">
                  <a:moveTo>
                    <a:pt x="2523" y="1"/>
                  </a:moveTo>
                  <a:cubicBezTo>
                    <a:pt x="1130" y="1"/>
                    <a:pt x="1" y="1130"/>
                    <a:pt x="1" y="2523"/>
                  </a:cubicBezTo>
                  <a:cubicBezTo>
                    <a:pt x="1" y="3723"/>
                    <a:pt x="840" y="4724"/>
                    <a:pt x="1962" y="4980"/>
                  </a:cubicBezTo>
                  <a:cubicBezTo>
                    <a:pt x="840" y="5235"/>
                    <a:pt x="1" y="6237"/>
                    <a:pt x="1" y="7438"/>
                  </a:cubicBezTo>
                  <a:cubicBezTo>
                    <a:pt x="1" y="8552"/>
                    <a:pt x="727" y="9497"/>
                    <a:pt x="1729" y="9830"/>
                  </a:cubicBezTo>
                  <a:cubicBezTo>
                    <a:pt x="725" y="10163"/>
                    <a:pt x="1" y="11107"/>
                    <a:pt x="1" y="12222"/>
                  </a:cubicBezTo>
                  <a:cubicBezTo>
                    <a:pt x="1" y="13615"/>
                    <a:pt x="1130" y="14744"/>
                    <a:pt x="2523" y="14744"/>
                  </a:cubicBezTo>
                  <a:cubicBezTo>
                    <a:pt x="3915" y="14744"/>
                    <a:pt x="5044" y="13615"/>
                    <a:pt x="5044" y="12222"/>
                  </a:cubicBezTo>
                  <a:cubicBezTo>
                    <a:pt x="5044" y="11107"/>
                    <a:pt x="4320" y="10162"/>
                    <a:pt x="3316" y="9830"/>
                  </a:cubicBezTo>
                  <a:cubicBezTo>
                    <a:pt x="4320" y="9497"/>
                    <a:pt x="5044" y="8553"/>
                    <a:pt x="5044" y="7438"/>
                  </a:cubicBezTo>
                  <a:cubicBezTo>
                    <a:pt x="5044" y="6237"/>
                    <a:pt x="4206" y="5235"/>
                    <a:pt x="3083" y="4980"/>
                  </a:cubicBezTo>
                  <a:cubicBezTo>
                    <a:pt x="4206" y="4724"/>
                    <a:pt x="5044" y="3723"/>
                    <a:pt x="5044" y="2523"/>
                  </a:cubicBezTo>
                  <a:cubicBezTo>
                    <a:pt x="5044" y="1130"/>
                    <a:pt x="3915" y="1"/>
                    <a:pt x="2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>
            <a:spLocks noGrp="1"/>
          </p:cNvSpPr>
          <p:nvPr>
            <p:ph type="title" hasCustomPrompt="1"/>
          </p:nvPr>
        </p:nvSpPr>
        <p:spPr>
          <a:xfrm rot="1973">
            <a:off x="2318837" y="142635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1"/>
          </p:nvPr>
        </p:nvSpPr>
        <p:spPr>
          <a:xfrm>
            <a:off x="1342738" y="2248152"/>
            <a:ext cx="29973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 idx="2" hasCustomPrompt="1"/>
          </p:nvPr>
        </p:nvSpPr>
        <p:spPr>
          <a:xfrm rot="1973">
            <a:off x="2318837" y="31789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13"/>
          <p:cNvSpPr txBox="1">
            <a:spLocks noGrp="1"/>
          </p:cNvSpPr>
          <p:nvPr>
            <p:ph type="subTitle" idx="3"/>
          </p:nvPr>
        </p:nvSpPr>
        <p:spPr>
          <a:xfrm>
            <a:off x="1342738" y="4000800"/>
            <a:ext cx="29973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4" hasCustomPrompt="1"/>
          </p:nvPr>
        </p:nvSpPr>
        <p:spPr>
          <a:xfrm rot="1973">
            <a:off x="5780012" y="142635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5"/>
          </p:nvPr>
        </p:nvSpPr>
        <p:spPr>
          <a:xfrm>
            <a:off x="4803963" y="2248152"/>
            <a:ext cx="29973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6" hasCustomPrompt="1"/>
          </p:nvPr>
        </p:nvSpPr>
        <p:spPr>
          <a:xfrm rot="1973">
            <a:off x="5780012" y="31789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7"/>
          </p:nvPr>
        </p:nvSpPr>
        <p:spPr>
          <a:xfrm>
            <a:off x="4803963" y="4000801"/>
            <a:ext cx="29973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8"/>
          </p:nvPr>
        </p:nvSpPr>
        <p:spPr>
          <a:xfrm>
            <a:off x="1342738" y="1855350"/>
            <a:ext cx="29973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Arima"/>
                <a:ea typeface="Arima"/>
                <a:cs typeface="Arima"/>
                <a:sym typeface="Ari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9"/>
          </p:nvPr>
        </p:nvSpPr>
        <p:spPr>
          <a:xfrm>
            <a:off x="1342738" y="3608024"/>
            <a:ext cx="29973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Arima"/>
                <a:ea typeface="Arima"/>
                <a:cs typeface="Arima"/>
                <a:sym typeface="Ari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13"/>
          </p:nvPr>
        </p:nvSpPr>
        <p:spPr>
          <a:xfrm>
            <a:off x="4803963" y="1855350"/>
            <a:ext cx="29973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Arima"/>
                <a:ea typeface="Arima"/>
                <a:cs typeface="Arima"/>
                <a:sym typeface="Ari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14"/>
          </p:nvPr>
        </p:nvSpPr>
        <p:spPr>
          <a:xfrm>
            <a:off x="4803963" y="3608025"/>
            <a:ext cx="29973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Arima"/>
                <a:ea typeface="Arima"/>
                <a:cs typeface="Arima"/>
                <a:sym typeface="Ari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15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92" name="Google Shape;192;p13"/>
          <p:cNvGrpSpPr/>
          <p:nvPr/>
        </p:nvGrpSpPr>
        <p:grpSpPr>
          <a:xfrm>
            <a:off x="178399" y="-2"/>
            <a:ext cx="8965593" cy="5143493"/>
            <a:chOff x="178399" y="-2"/>
            <a:chExt cx="8965593" cy="5143493"/>
          </a:xfrm>
        </p:grpSpPr>
        <p:sp>
          <p:nvSpPr>
            <p:cNvPr id="193" name="Google Shape;193;p13"/>
            <p:cNvSpPr/>
            <p:nvPr/>
          </p:nvSpPr>
          <p:spPr>
            <a:xfrm>
              <a:off x="233941" y="2028743"/>
              <a:ext cx="186673" cy="386357"/>
            </a:xfrm>
            <a:custGeom>
              <a:avLst/>
              <a:gdLst/>
              <a:ahLst/>
              <a:cxnLst/>
              <a:rect l="l" t="t" r="r" b="b"/>
              <a:pathLst>
                <a:path w="6442" h="13333" extrusionOk="0">
                  <a:moveTo>
                    <a:pt x="3221" y="1"/>
                  </a:moveTo>
                  <a:cubicBezTo>
                    <a:pt x="1442" y="1"/>
                    <a:pt x="0" y="1442"/>
                    <a:pt x="0" y="3221"/>
                  </a:cubicBezTo>
                  <a:lnTo>
                    <a:pt x="0" y="10112"/>
                  </a:lnTo>
                  <a:cubicBezTo>
                    <a:pt x="0" y="11890"/>
                    <a:pt x="1442" y="13332"/>
                    <a:pt x="3221" y="13332"/>
                  </a:cubicBezTo>
                  <a:cubicBezTo>
                    <a:pt x="4999" y="13332"/>
                    <a:pt x="6441" y="11890"/>
                    <a:pt x="6441" y="10112"/>
                  </a:cubicBezTo>
                  <a:lnTo>
                    <a:pt x="6441" y="3221"/>
                  </a:lnTo>
                  <a:cubicBezTo>
                    <a:pt x="6441" y="1442"/>
                    <a:pt x="4999" y="1"/>
                    <a:pt x="3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8707169" y="4028732"/>
              <a:ext cx="358973" cy="431823"/>
            </a:xfrm>
            <a:custGeom>
              <a:avLst/>
              <a:gdLst/>
              <a:ahLst/>
              <a:cxnLst/>
              <a:rect l="l" t="t" r="r" b="b"/>
              <a:pathLst>
                <a:path w="12388" h="14902" extrusionOk="0">
                  <a:moveTo>
                    <a:pt x="5035" y="0"/>
                  </a:moveTo>
                  <a:cubicBezTo>
                    <a:pt x="4605" y="0"/>
                    <a:pt x="4255" y="350"/>
                    <a:pt x="4255" y="782"/>
                  </a:cubicBezTo>
                  <a:cubicBezTo>
                    <a:pt x="4255" y="3344"/>
                    <a:pt x="6339" y="5428"/>
                    <a:pt x="8901" y="5428"/>
                  </a:cubicBezTo>
                  <a:lnTo>
                    <a:pt x="10253" y="5428"/>
                  </a:lnTo>
                  <a:cubicBezTo>
                    <a:pt x="10569" y="5428"/>
                    <a:pt x="10827" y="5684"/>
                    <a:pt x="10827" y="6001"/>
                  </a:cubicBezTo>
                  <a:cubicBezTo>
                    <a:pt x="10827" y="6317"/>
                    <a:pt x="10569" y="6574"/>
                    <a:pt x="10253" y="6574"/>
                  </a:cubicBezTo>
                  <a:lnTo>
                    <a:pt x="4164" y="6574"/>
                  </a:lnTo>
                  <a:cubicBezTo>
                    <a:pt x="1869" y="6574"/>
                    <a:pt x="1" y="8441"/>
                    <a:pt x="1" y="10737"/>
                  </a:cubicBezTo>
                  <a:cubicBezTo>
                    <a:pt x="1" y="13033"/>
                    <a:pt x="1869" y="14901"/>
                    <a:pt x="4164" y="14901"/>
                  </a:cubicBezTo>
                  <a:lnTo>
                    <a:pt x="8660" y="14901"/>
                  </a:lnTo>
                  <a:cubicBezTo>
                    <a:pt x="9092" y="14901"/>
                    <a:pt x="9442" y="14551"/>
                    <a:pt x="9443" y="14118"/>
                  </a:cubicBezTo>
                  <a:cubicBezTo>
                    <a:pt x="9443" y="13687"/>
                    <a:pt x="9093" y="13338"/>
                    <a:pt x="8662" y="13338"/>
                  </a:cubicBezTo>
                  <a:lnTo>
                    <a:pt x="4166" y="13338"/>
                  </a:lnTo>
                  <a:cubicBezTo>
                    <a:pt x="2731" y="13338"/>
                    <a:pt x="1564" y="12171"/>
                    <a:pt x="1564" y="10736"/>
                  </a:cubicBezTo>
                  <a:cubicBezTo>
                    <a:pt x="1564" y="9301"/>
                    <a:pt x="2731" y="8134"/>
                    <a:pt x="4166" y="8134"/>
                  </a:cubicBezTo>
                  <a:lnTo>
                    <a:pt x="10255" y="8134"/>
                  </a:lnTo>
                  <a:cubicBezTo>
                    <a:pt x="11431" y="8134"/>
                    <a:pt x="12388" y="7178"/>
                    <a:pt x="12388" y="6001"/>
                  </a:cubicBezTo>
                  <a:cubicBezTo>
                    <a:pt x="12388" y="4824"/>
                    <a:pt x="11432" y="3867"/>
                    <a:pt x="10255" y="3867"/>
                  </a:cubicBezTo>
                  <a:lnTo>
                    <a:pt x="8902" y="3867"/>
                  </a:lnTo>
                  <a:cubicBezTo>
                    <a:pt x="7199" y="3867"/>
                    <a:pt x="5816" y="2482"/>
                    <a:pt x="5816" y="782"/>
                  </a:cubicBezTo>
                  <a:cubicBezTo>
                    <a:pt x="5816" y="350"/>
                    <a:pt x="5467" y="0"/>
                    <a:pt x="5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742306" y="3359432"/>
              <a:ext cx="401686" cy="241035"/>
            </a:xfrm>
            <a:custGeom>
              <a:avLst/>
              <a:gdLst/>
              <a:ahLst/>
              <a:cxnLst/>
              <a:rect l="l" t="t" r="r" b="b"/>
              <a:pathLst>
                <a:path w="13862" h="8318" extrusionOk="0">
                  <a:moveTo>
                    <a:pt x="6931" y="1"/>
                  </a:moveTo>
                  <a:cubicBezTo>
                    <a:pt x="3103" y="1"/>
                    <a:pt x="0" y="3103"/>
                    <a:pt x="0" y="6932"/>
                  </a:cubicBezTo>
                  <a:lnTo>
                    <a:pt x="0" y="8317"/>
                  </a:lnTo>
                  <a:lnTo>
                    <a:pt x="13861" y="8317"/>
                  </a:lnTo>
                  <a:lnTo>
                    <a:pt x="13861" y="6932"/>
                  </a:lnTo>
                  <a:cubicBezTo>
                    <a:pt x="13861" y="3103"/>
                    <a:pt x="10759" y="1"/>
                    <a:pt x="6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178399" y="4274658"/>
              <a:ext cx="388414" cy="868832"/>
            </a:xfrm>
            <a:custGeom>
              <a:avLst/>
              <a:gdLst/>
              <a:ahLst/>
              <a:cxnLst/>
              <a:rect l="l" t="t" r="r" b="b"/>
              <a:pathLst>
                <a:path w="13404" h="29983" extrusionOk="0">
                  <a:moveTo>
                    <a:pt x="1" y="1"/>
                  </a:moveTo>
                  <a:lnTo>
                    <a:pt x="1" y="23281"/>
                  </a:lnTo>
                  <a:cubicBezTo>
                    <a:pt x="1" y="26981"/>
                    <a:pt x="3000" y="29982"/>
                    <a:pt x="6701" y="29982"/>
                  </a:cubicBezTo>
                  <a:cubicBezTo>
                    <a:pt x="10403" y="29982"/>
                    <a:pt x="13403" y="26983"/>
                    <a:pt x="13402" y="23281"/>
                  </a:cubicBezTo>
                  <a:lnTo>
                    <a:pt x="134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4252347" y="4759916"/>
              <a:ext cx="639331" cy="383575"/>
            </a:xfrm>
            <a:custGeom>
              <a:avLst/>
              <a:gdLst/>
              <a:ahLst/>
              <a:cxnLst/>
              <a:rect l="l" t="t" r="r" b="b"/>
              <a:pathLst>
                <a:path w="22063" h="13237" extrusionOk="0">
                  <a:moveTo>
                    <a:pt x="11031" y="0"/>
                  </a:moveTo>
                  <a:cubicBezTo>
                    <a:pt x="4940" y="0"/>
                    <a:pt x="0" y="4939"/>
                    <a:pt x="0" y="11030"/>
                  </a:cubicBezTo>
                  <a:lnTo>
                    <a:pt x="0" y="13237"/>
                  </a:lnTo>
                  <a:lnTo>
                    <a:pt x="22062" y="13237"/>
                  </a:lnTo>
                  <a:lnTo>
                    <a:pt x="22062" y="11030"/>
                  </a:lnTo>
                  <a:cubicBezTo>
                    <a:pt x="22062" y="4939"/>
                    <a:pt x="17123" y="0"/>
                    <a:pt x="11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8707174" y="-2"/>
              <a:ext cx="9765" cy="1011720"/>
            </a:xfrm>
            <a:custGeom>
              <a:avLst/>
              <a:gdLst/>
              <a:ahLst/>
              <a:cxnLst/>
              <a:rect l="l" t="t" r="r" b="b"/>
              <a:pathLst>
                <a:path w="337" h="34914" extrusionOk="0">
                  <a:moveTo>
                    <a:pt x="1" y="0"/>
                  </a:moveTo>
                  <a:lnTo>
                    <a:pt x="1" y="34914"/>
                  </a:lnTo>
                  <a:lnTo>
                    <a:pt x="336" y="34914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8148724" y="131498"/>
              <a:ext cx="275286" cy="271693"/>
            </a:xfrm>
            <a:custGeom>
              <a:avLst/>
              <a:gdLst/>
              <a:ahLst/>
              <a:cxnLst/>
              <a:rect l="l" t="t" r="r" b="b"/>
              <a:pathLst>
                <a:path w="9500" h="9376" extrusionOk="0">
                  <a:moveTo>
                    <a:pt x="4931" y="1"/>
                  </a:moveTo>
                  <a:cubicBezTo>
                    <a:pt x="3810" y="1"/>
                    <a:pt x="2899" y="910"/>
                    <a:pt x="2899" y="2032"/>
                  </a:cubicBezTo>
                  <a:cubicBezTo>
                    <a:pt x="2899" y="2494"/>
                    <a:pt x="3056" y="2918"/>
                    <a:pt x="3314" y="3258"/>
                  </a:cubicBezTo>
                  <a:lnTo>
                    <a:pt x="3059" y="3258"/>
                  </a:lnTo>
                  <a:cubicBezTo>
                    <a:pt x="1370" y="3258"/>
                    <a:pt x="1" y="4627"/>
                    <a:pt x="1" y="6316"/>
                  </a:cubicBezTo>
                  <a:cubicBezTo>
                    <a:pt x="1" y="8006"/>
                    <a:pt x="1370" y="9376"/>
                    <a:pt x="3059" y="9376"/>
                  </a:cubicBezTo>
                  <a:lnTo>
                    <a:pt x="6439" y="9376"/>
                  </a:lnTo>
                  <a:cubicBezTo>
                    <a:pt x="8128" y="9376"/>
                    <a:pt x="9499" y="8006"/>
                    <a:pt x="9499" y="6316"/>
                  </a:cubicBezTo>
                  <a:cubicBezTo>
                    <a:pt x="9500" y="5288"/>
                    <a:pt x="8989" y="4379"/>
                    <a:pt x="8210" y="3824"/>
                  </a:cubicBezTo>
                  <a:cubicBezTo>
                    <a:pt x="8850" y="3482"/>
                    <a:pt x="9287" y="2809"/>
                    <a:pt x="9287" y="2032"/>
                  </a:cubicBezTo>
                  <a:cubicBezTo>
                    <a:pt x="9287" y="910"/>
                    <a:pt x="8376" y="1"/>
                    <a:pt x="7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420628" y="3077903"/>
              <a:ext cx="146191" cy="427273"/>
            </a:xfrm>
            <a:custGeom>
              <a:avLst/>
              <a:gdLst/>
              <a:ahLst/>
              <a:cxnLst/>
              <a:rect l="l" t="t" r="r" b="b"/>
              <a:pathLst>
                <a:path w="5045" h="14745" extrusionOk="0">
                  <a:moveTo>
                    <a:pt x="2523" y="1"/>
                  </a:moveTo>
                  <a:cubicBezTo>
                    <a:pt x="1130" y="1"/>
                    <a:pt x="1" y="1130"/>
                    <a:pt x="1" y="2523"/>
                  </a:cubicBezTo>
                  <a:cubicBezTo>
                    <a:pt x="1" y="3723"/>
                    <a:pt x="840" y="4724"/>
                    <a:pt x="1962" y="4980"/>
                  </a:cubicBezTo>
                  <a:cubicBezTo>
                    <a:pt x="840" y="5235"/>
                    <a:pt x="1" y="6237"/>
                    <a:pt x="1" y="7438"/>
                  </a:cubicBezTo>
                  <a:cubicBezTo>
                    <a:pt x="1" y="8552"/>
                    <a:pt x="727" y="9497"/>
                    <a:pt x="1729" y="9830"/>
                  </a:cubicBezTo>
                  <a:cubicBezTo>
                    <a:pt x="725" y="10163"/>
                    <a:pt x="1" y="11107"/>
                    <a:pt x="1" y="12222"/>
                  </a:cubicBezTo>
                  <a:cubicBezTo>
                    <a:pt x="1" y="13615"/>
                    <a:pt x="1130" y="14744"/>
                    <a:pt x="2523" y="14744"/>
                  </a:cubicBezTo>
                  <a:cubicBezTo>
                    <a:pt x="3915" y="14744"/>
                    <a:pt x="5044" y="13615"/>
                    <a:pt x="5044" y="12222"/>
                  </a:cubicBezTo>
                  <a:cubicBezTo>
                    <a:pt x="5044" y="11107"/>
                    <a:pt x="4320" y="10162"/>
                    <a:pt x="3316" y="9830"/>
                  </a:cubicBezTo>
                  <a:cubicBezTo>
                    <a:pt x="4320" y="9497"/>
                    <a:pt x="5044" y="8553"/>
                    <a:pt x="5044" y="7438"/>
                  </a:cubicBezTo>
                  <a:cubicBezTo>
                    <a:pt x="5044" y="6237"/>
                    <a:pt x="4206" y="5235"/>
                    <a:pt x="3083" y="4980"/>
                  </a:cubicBezTo>
                  <a:cubicBezTo>
                    <a:pt x="4206" y="4724"/>
                    <a:pt x="5044" y="3723"/>
                    <a:pt x="5044" y="2523"/>
                  </a:cubicBezTo>
                  <a:cubicBezTo>
                    <a:pt x="5044" y="1130"/>
                    <a:pt x="3915" y="1"/>
                    <a:pt x="2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>
            <a:spLocks noGrp="1"/>
          </p:cNvSpPr>
          <p:nvPr>
            <p:ph type="title" hasCustomPrompt="1"/>
          </p:nvPr>
        </p:nvSpPr>
        <p:spPr>
          <a:xfrm>
            <a:off x="720225" y="841963"/>
            <a:ext cx="1554600" cy="10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4" name="Google Shape;224;p16"/>
          <p:cNvSpPr txBox="1">
            <a:spLocks noGrp="1"/>
          </p:cNvSpPr>
          <p:nvPr>
            <p:ph type="subTitle" idx="1"/>
          </p:nvPr>
        </p:nvSpPr>
        <p:spPr>
          <a:xfrm rot="202">
            <a:off x="720225" y="3843275"/>
            <a:ext cx="51069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title" idx="2"/>
          </p:nvPr>
        </p:nvSpPr>
        <p:spPr>
          <a:xfrm>
            <a:off x="720000" y="1877863"/>
            <a:ext cx="5106900" cy="19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7688435" y="540010"/>
            <a:ext cx="1455576" cy="4603495"/>
            <a:chOff x="7688435" y="540010"/>
            <a:chExt cx="1455576" cy="4603495"/>
          </a:xfrm>
        </p:grpSpPr>
        <p:sp>
          <p:nvSpPr>
            <p:cNvPr id="227" name="Google Shape;227;p16"/>
            <p:cNvSpPr/>
            <p:nvPr/>
          </p:nvSpPr>
          <p:spPr>
            <a:xfrm flipH="1">
              <a:off x="8906888" y="540010"/>
              <a:ext cx="237123" cy="237123"/>
            </a:xfrm>
            <a:custGeom>
              <a:avLst/>
              <a:gdLst/>
              <a:ahLst/>
              <a:cxnLst/>
              <a:rect l="l" t="t" r="r" b="b"/>
              <a:pathLst>
                <a:path w="8183" h="8183" extrusionOk="0">
                  <a:moveTo>
                    <a:pt x="0" y="0"/>
                  </a:moveTo>
                  <a:lnTo>
                    <a:pt x="0" y="8183"/>
                  </a:lnTo>
                  <a:lnTo>
                    <a:pt x="4091" y="8183"/>
                  </a:lnTo>
                  <a:cubicBezTo>
                    <a:pt x="6350" y="8183"/>
                    <a:pt x="8182" y="6351"/>
                    <a:pt x="8182" y="4091"/>
                  </a:cubicBezTo>
                  <a:cubicBezTo>
                    <a:pt x="8182" y="1832"/>
                    <a:pt x="6351" y="0"/>
                    <a:pt x="40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8594206" y="4902470"/>
              <a:ext cx="401686" cy="241035"/>
            </a:xfrm>
            <a:custGeom>
              <a:avLst/>
              <a:gdLst/>
              <a:ahLst/>
              <a:cxnLst/>
              <a:rect l="l" t="t" r="r" b="b"/>
              <a:pathLst>
                <a:path w="13862" h="8318" extrusionOk="0">
                  <a:moveTo>
                    <a:pt x="6931" y="1"/>
                  </a:moveTo>
                  <a:cubicBezTo>
                    <a:pt x="3103" y="1"/>
                    <a:pt x="0" y="3103"/>
                    <a:pt x="0" y="6932"/>
                  </a:cubicBezTo>
                  <a:lnTo>
                    <a:pt x="0" y="8317"/>
                  </a:lnTo>
                  <a:lnTo>
                    <a:pt x="13861" y="8317"/>
                  </a:lnTo>
                  <a:lnTo>
                    <a:pt x="13861" y="6932"/>
                  </a:lnTo>
                  <a:cubicBezTo>
                    <a:pt x="13861" y="3103"/>
                    <a:pt x="10759" y="1"/>
                    <a:pt x="6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9" name="Google Shape;229;p16"/>
            <p:cNvGrpSpPr/>
            <p:nvPr/>
          </p:nvGrpSpPr>
          <p:grpSpPr>
            <a:xfrm>
              <a:off x="7688435" y="4333613"/>
              <a:ext cx="735565" cy="809892"/>
              <a:chOff x="4880660" y="1531638"/>
              <a:chExt cx="735565" cy="809892"/>
            </a:xfrm>
          </p:grpSpPr>
          <p:sp>
            <p:nvSpPr>
              <p:cNvPr id="230" name="Google Shape;230;p16"/>
              <p:cNvSpPr/>
              <p:nvPr/>
            </p:nvSpPr>
            <p:spPr>
              <a:xfrm>
                <a:off x="4978777" y="1629726"/>
                <a:ext cx="539387" cy="711803"/>
              </a:xfrm>
              <a:custGeom>
                <a:avLst/>
                <a:gdLst/>
                <a:ahLst/>
                <a:cxnLst/>
                <a:rect l="l" t="t" r="r" b="b"/>
                <a:pathLst>
                  <a:path w="18614" h="24564" extrusionOk="0">
                    <a:moveTo>
                      <a:pt x="9307" y="1"/>
                    </a:moveTo>
                    <a:cubicBezTo>
                      <a:pt x="8052" y="1"/>
                      <a:pt x="6831" y="248"/>
                      <a:pt x="5684" y="733"/>
                    </a:cubicBezTo>
                    <a:cubicBezTo>
                      <a:pt x="4575" y="1202"/>
                      <a:pt x="3581" y="1873"/>
                      <a:pt x="2726" y="2727"/>
                    </a:cubicBezTo>
                    <a:cubicBezTo>
                      <a:pt x="1871" y="3582"/>
                      <a:pt x="1200" y="4576"/>
                      <a:pt x="732" y="5685"/>
                    </a:cubicBezTo>
                    <a:cubicBezTo>
                      <a:pt x="247" y="6832"/>
                      <a:pt x="0" y="8050"/>
                      <a:pt x="0" y="9308"/>
                    </a:cubicBezTo>
                    <a:lnTo>
                      <a:pt x="0" y="24564"/>
                    </a:lnTo>
                    <a:lnTo>
                      <a:pt x="333" y="24564"/>
                    </a:lnTo>
                    <a:lnTo>
                      <a:pt x="333" y="9308"/>
                    </a:lnTo>
                    <a:cubicBezTo>
                      <a:pt x="333" y="8096"/>
                      <a:pt x="569" y="6920"/>
                      <a:pt x="1038" y="5814"/>
                    </a:cubicBezTo>
                    <a:cubicBezTo>
                      <a:pt x="1489" y="4745"/>
                      <a:pt x="2136" y="3786"/>
                      <a:pt x="2960" y="2962"/>
                    </a:cubicBezTo>
                    <a:cubicBezTo>
                      <a:pt x="3784" y="2138"/>
                      <a:pt x="4745" y="1491"/>
                      <a:pt x="5813" y="1039"/>
                    </a:cubicBezTo>
                    <a:cubicBezTo>
                      <a:pt x="6921" y="571"/>
                      <a:pt x="8095" y="334"/>
                      <a:pt x="9307" y="334"/>
                    </a:cubicBezTo>
                    <a:cubicBezTo>
                      <a:pt x="10519" y="334"/>
                      <a:pt x="11694" y="570"/>
                      <a:pt x="12801" y="1039"/>
                    </a:cubicBezTo>
                    <a:cubicBezTo>
                      <a:pt x="13870" y="1491"/>
                      <a:pt x="14828" y="2137"/>
                      <a:pt x="15653" y="2962"/>
                    </a:cubicBezTo>
                    <a:cubicBezTo>
                      <a:pt x="16477" y="3785"/>
                      <a:pt x="17124" y="4745"/>
                      <a:pt x="17576" y="5814"/>
                    </a:cubicBezTo>
                    <a:cubicBezTo>
                      <a:pt x="18043" y="6922"/>
                      <a:pt x="18280" y="8096"/>
                      <a:pt x="18280" y="9308"/>
                    </a:cubicBezTo>
                    <a:lnTo>
                      <a:pt x="18280" y="24564"/>
                    </a:lnTo>
                    <a:lnTo>
                      <a:pt x="18614" y="24564"/>
                    </a:lnTo>
                    <a:lnTo>
                      <a:pt x="18614" y="9308"/>
                    </a:lnTo>
                    <a:cubicBezTo>
                      <a:pt x="18614" y="8052"/>
                      <a:pt x="18367" y="6832"/>
                      <a:pt x="17882" y="5685"/>
                    </a:cubicBezTo>
                    <a:cubicBezTo>
                      <a:pt x="17413" y="4578"/>
                      <a:pt x="16742" y="3582"/>
                      <a:pt x="15888" y="2727"/>
                    </a:cubicBezTo>
                    <a:cubicBezTo>
                      <a:pt x="15033" y="1873"/>
                      <a:pt x="14038" y="1202"/>
                      <a:pt x="12930" y="733"/>
                    </a:cubicBezTo>
                    <a:cubicBezTo>
                      <a:pt x="11782" y="248"/>
                      <a:pt x="10563" y="1"/>
                      <a:pt x="93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6"/>
              <p:cNvSpPr/>
              <p:nvPr/>
            </p:nvSpPr>
            <p:spPr>
              <a:xfrm>
                <a:off x="4983240" y="1634218"/>
                <a:ext cx="530375" cy="702791"/>
              </a:xfrm>
              <a:custGeom>
                <a:avLst/>
                <a:gdLst/>
                <a:ahLst/>
                <a:cxnLst/>
                <a:rect l="l" t="t" r="r" b="b"/>
                <a:pathLst>
                  <a:path w="18303" h="24253" extrusionOk="0">
                    <a:moveTo>
                      <a:pt x="9152" y="1"/>
                    </a:moveTo>
                    <a:cubicBezTo>
                      <a:pt x="7916" y="1"/>
                      <a:pt x="6717" y="242"/>
                      <a:pt x="5590" y="719"/>
                    </a:cubicBezTo>
                    <a:cubicBezTo>
                      <a:pt x="4499" y="1182"/>
                      <a:pt x="3521" y="1842"/>
                      <a:pt x="2680" y="2681"/>
                    </a:cubicBezTo>
                    <a:cubicBezTo>
                      <a:pt x="1839" y="3522"/>
                      <a:pt x="1179" y="4501"/>
                      <a:pt x="719" y="5591"/>
                    </a:cubicBezTo>
                    <a:cubicBezTo>
                      <a:pt x="242" y="6718"/>
                      <a:pt x="0" y="7918"/>
                      <a:pt x="0" y="9153"/>
                    </a:cubicBezTo>
                    <a:lnTo>
                      <a:pt x="0" y="24252"/>
                    </a:lnTo>
                    <a:lnTo>
                      <a:pt x="21" y="24252"/>
                    </a:lnTo>
                    <a:lnTo>
                      <a:pt x="21" y="9153"/>
                    </a:lnTo>
                    <a:cubicBezTo>
                      <a:pt x="21" y="7920"/>
                      <a:pt x="262" y="6723"/>
                      <a:pt x="738" y="5598"/>
                    </a:cubicBezTo>
                    <a:cubicBezTo>
                      <a:pt x="1198" y="4511"/>
                      <a:pt x="1855" y="3535"/>
                      <a:pt x="2695" y="2696"/>
                    </a:cubicBezTo>
                    <a:cubicBezTo>
                      <a:pt x="3533" y="1857"/>
                      <a:pt x="4511" y="1198"/>
                      <a:pt x="5597" y="739"/>
                    </a:cubicBezTo>
                    <a:cubicBezTo>
                      <a:pt x="6723" y="263"/>
                      <a:pt x="7919" y="21"/>
                      <a:pt x="9152" y="21"/>
                    </a:cubicBezTo>
                    <a:cubicBezTo>
                      <a:pt x="10384" y="21"/>
                      <a:pt x="11580" y="263"/>
                      <a:pt x="12706" y="739"/>
                    </a:cubicBezTo>
                    <a:cubicBezTo>
                      <a:pt x="13794" y="1198"/>
                      <a:pt x="14770" y="1857"/>
                      <a:pt x="15608" y="2696"/>
                    </a:cubicBezTo>
                    <a:cubicBezTo>
                      <a:pt x="16447" y="3535"/>
                      <a:pt x="17105" y="4512"/>
                      <a:pt x="17565" y="5598"/>
                    </a:cubicBezTo>
                    <a:cubicBezTo>
                      <a:pt x="18042" y="6723"/>
                      <a:pt x="18282" y="7920"/>
                      <a:pt x="18282" y="9153"/>
                    </a:cubicBezTo>
                    <a:lnTo>
                      <a:pt x="18282" y="24253"/>
                    </a:lnTo>
                    <a:lnTo>
                      <a:pt x="18303" y="24253"/>
                    </a:lnTo>
                    <a:lnTo>
                      <a:pt x="18303" y="9153"/>
                    </a:lnTo>
                    <a:cubicBezTo>
                      <a:pt x="18303" y="7918"/>
                      <a:pt x="18062" y="6718"/>
                      <a:pt x="17584" y="5591"/>
                    </a:cubicBezTo>
                    <a:cubicBezTo>
                      <a:pt x="17123" y="4500"/>
                      <a:pt x="16463" y="3522"/>
                      <a:pt x="15623" y="2681"/>
                    </a:cubicBezTo>
                    <a:cubicBezTo>
                      <a:pt x="14782" y="1840"/>
                      <a:pt x="13803" y="1181"/>
                      <a:pt x="12714" y="719"/>
                    </a:cubicBezTo>
                    <a:cubicBezTo>
                      <a:pt x="11586" y="242"/>
                      <a:pt x="10387" y="1"/>
                      <a:pt x="91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6"/>
              <p:cNvSpPr/>
              <p:nvPr/>
            </p:nvSpPr>
            <p:spPr>
              <a:xfrm>
                <a:off x="5174867" y="1825815"/>
                <a:ext cx="147177" cy="515713"/>
              </a:xfrm>
              <a:custGeom>
                <a:avLst/>
                <a:gdLst/>
                <a:ahLst/>
                <a:cxnLst/>
                <a:rect l="l" t="t" r="r" b="b"/>
                <a:pathLst>
                  <a:path w="5079" h="17797" extrusionOk="0">
                    <a:moveTo>
                      <a:pt x="2540" y="1"/>
                    </a:moveTo>
                    <a:cubicBezTo>
                      <a:pt x="1140" y="1"/>
                      <a:pt x="0" y="1141"/>
                      <a:pt x="0" y="2541"/>
                    </a:cubicBezTo>
                    <a:lnTo>
                      <a:pt x="0" y="17797"/>
                    </a:lnTo>
                    <a:lnTo>
                      <a:pt x="333" y="17797"/>
                    </a:lnTo>
                    <a:lnTo>
                      <a:pt x="333" y="2541"/>
                    </a:lnTo>
                    <a:cubicBezTo>
                      <a:pt x="333" y="1324"/>
                      <a:pt x="1323" y="335"/>
                      <a:pt x="2540" y="335"/>
                    </a:cubicBezTo>
                    <a:cubicBezTo>
                      <a:pt x="3755" y="335"/>
                      <a:pt x="4745" y="1323"/>
                      <a:pt x="4745" y="2541"/>
                    </a:cubicBezTo>
                    <a:lnTo>
                      <a:pt x="4745" y="17797"/>
                    </a:lnTo>
                    <a:lnTo>
                      <a:pt x="5079" y="17797"/>
                    </a:lnTo>
                    <a:lnTo>
                      <a:pt x="5079" y="2541"/>
                    </a:lnTo>
                    <a:cubicBezTo>
                      <a:pt x="5079" y="1141"/>
                      <a:pt x="3940" y="1"/>
                      <a:pt x="25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6"/>
              <p:cNvSpPr/>
              <p:nvPr/>
            </p:nvSpPr>
            <p:spPr>
              <a:xfrm>
                <a:off x="5179387" y="1830365"/>
                <a:ext cx="138078" cy="506643"/>
              </a:xfrm>
              <a:custGeom>
                <a:avLst/>
                <a:gdLst/>
                <a:ahLst/>
                <a:cxnLst/>
                <a:rect l="l" t="t" r="r" b="b"/>
                <a:pathLst>
                  <a:path w="4765" h="17484" extrusionOk="0">
                    <a:moveTo>
                      <a:pt x="2382" y="1"/>
                    </a:moveTo>
                    <a:cubicBezTo>
                      <a:pt x="1069" y="1"/>
                      <a:pt x="0" y="1069"/>
                      <a:pt x="0" y="2384"/>
                    </a:cubicBezTo>
                    <a:lnTo>
                      <a:pt x="0" y="17483"/>
                    </a:lnTo>
                    <a:lnTo>
                      <a:pt x="21" y="17483"/>
                    </a:lnTo>
                    <a:lnTo>
                      <a:pt x="21" y="2384"/>
                    </a:lnTo>
                    <a:cubicBezTo>
                      <a:pt x="21" y="1080"/>
                      <a:pt x="1082" y="20"/>
                      <a:pt x="2384" y="20"/>
                    </a:cubicBezTo>
                    <a:cubicBezTo>
                      <a:pt x="3686" y="20"/>
                      <a:pt x="4745" y="1082"/>
                      <a:pt x="4745" y="2384"/>
                    </a:cubicBezTo>
                    <a:lnTo>
                      <a:pt x="4745" y="17484"/>
                    </a:lnTo>
                    <a:lnTo>
                      <a:pt x="4765" y="17484"/>
                    </a:lnTo>
                    <a:lnTo>
                      <a:pt x="4765" y="2384"/>
                    </a:lnTo>
                    <a:cubicBezTo>
                      <a:pt x="4765" y="1069"/>
                      <a:pt x="3696" y="1"/>
                      <a:pt x="23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4880660" y="1531638"/>
                <a:ext cx="735565" cy="809892"/>
              </a:xfrm>
              <a:custGeom>
                <a:avLst/>
                <a:gdLst/>
                <a:ahLst/>
                <a:cxnLst/>
                <a:rect l="l" t="t" r="r" b="b"/>
                <a:pathLst>
                  <a:path w="25384" h="27949" extrusionOk="0">
                    <a:moveTo>
                      <a:pt x="12692" y="0"/>
                    </a:moveTo>
                    <a:cubicBezTo>
                      <a:pt x="5694" y="0"/>
                      <a:pt x="1" y="5695"/>
                      <a:pt x="1" y="12693"/>
                    </a:cubicBezTo>
                    <a:lnTo>
                      <a:pt x="1" y="27949"/>
                    </a:lnTo>
                    <a:lnTo>
                      <a:pt x="334" y="27949"/>
                    </a:lnTo>
                    <a:lnTo>
                      <a:pt x="334" y="12693"/>
                    </a:lnTo>
                    <a:cubicBezTo>
                      <a:pt x="334" y="5878"/>
                      <a:pt x="5878" y="334"/>
                      <a:pt x="12692" y="334"/>
                    </a:cubicBezTo>
                    <a:cubicBezTo>
                      <a:pt x="19506" y="334"/>
                      <a:pt x="25051" y="5878"/>
                      <a:pt x="25051" y="12693"/>
                    </a:cubicBezTo>
                    <a:lnTo>
                      <a:pt x="25051" y="27949"/>
                    </a:lnTo>
                    <a:lnTo>
                      <a:pt x="25383" y="27949"/>
                    </a:lnTo>
                    <a:lnTo>
                      <a:pt x="25383" y="12693"/>
                    </a:lnTo>
                    <a:cubicBezTo>
                      <a:pt x="25383" y="5694"/>
                      <a:pt x="19689" y="0"/>
                      <a:pt x="126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4885151" y="1536217"/>
                <a:ext cx="726495" cy="800793"/>
              </a:xfrm>
              <a:custGeom>
                <a:avLst/>
                <a:gdLst/>
                <a:ahLst/>
                <a:cxnLst/>
                <a:rect l="l" t="t" r="r" b="b"/>
                <a:pathLst>
                  <a:path w="25071" h="27635" extrusionOk="0">
                    <a:moveTo>
                      <a:pt x="12535" y="0"/>
                    </a:moveTo>
                    <a:cubicBezTo>
                      <a:pt x="5624" y="0"/>
                      <a:pt x="1" y="5623"/>
                      <a:pt x="1" y="12535"/>
                    </a:cubicBezTo>
                    <a:lnTo>
                      <a:pt x="1" y="27634"/>
                    </a:lnTo>
                    <a:lnTo>
                      <a:pt x="21" y="27634"/>
                    </a:lnTo>
                    <a:lnTo>
                      <a:pt x="21" y="12535"/>
                    </a:lnTo>
                    <a:cubicBezTo>
                      <a:pt x="21" y="5634"/>
                      <a:pt x="5636" y="20"/>
                      <a:pt x="12536" y="20"/>
                    </a:cubicBezTo>
                    <a:cubicBezTo>
                      <a:pt x="19437" y="20"/>
                      <a:pt x="25052" y="5634"/>
                      <a:pt x="25052" y="12535"/>
                    </a:cubicBezTo>
                    <a:lnTo>
                      <a:pt x="25052" y="27635"/>
                    </a:lnTo>
                    <a:lnTo>
                      <a:pt x="25070" y="27635"/>
                    </a:lnTo>
                    <a:lnTo>
                      <a:pt x="25070" y="12535"/>
                    </a:lnTo>
                    <a:cubicBezTo>
                      <a:pt x="25070" y="5623"/>
                      <a:pt x="19446" y="0"/>
                      <a:pt x="125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5076778" y="1727756"/>
                <a:ext cx="343325" cy="613772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21181" extrusionOk="0">
                    <a:moveTo>
                      <a:pt x="5925" y="0"/>
                    </a:moveTo>
                    <a:cubicBezTo>
                      <a:pt x="2658" y="0"/>
                      <a:pt x="1" y="2658"/>
                      <a:pt x="1" y="5925"/>
                    </a:cubicBezTo>
                    <a:lnTo>
                      <a:pt x="1" y="21181"/>
                    </a:lnTo>
                    <a:lnTo>
                      <a:pt x="334" y="21181"/>
                    </a:lnTo>
                    <a:lnTo>
                      <a:pt x="334" y="5925"/>
                    </a:lnTo>
                    <a:cubicBezTo>
                      <a:pt x="334" y="2842"/>
                      <a:pt x="2843" y="334"/>
                      <a:pt x="5925" y="334"/>
                    </a:cubicBezTo>
                    <a:cubicBezTo>
                      <a:pt x="9007" y="334"/>
                      <a:pt x="11515" y="2843"/>
                      <a:pt x="11515" y="5925"/>
                    </a:cubicBezTo>
                    <a:lnTo>
                      <a:pt x="11515" y="21181"/>
                    </a:lnTo>
                    <a:lnTo>
                      <a:pt x="11847" y="21181"/>
                    </a:lnTo>
                    <a:lnTo>
                      <a:pt x="11847" y="5925"/>
                    </a:lnTo>
                    <a:cubicBezTo>
                      <a:pt x="11847" y="2658"/>
                      <a:pt x="9192" y="0"/>
                      <a:pt x="59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6"/>
              <p:cNvSpPr/>
              <p:nvPr/>
            </p:nvSpPr>
            <p:spPr>
              <a:xfrm>
                <a:off x="5081270" y="1732335"/>
                <a:ext cx="334226" cy="604673"/>
              </a:xfrm>
              <a:custGeom>
                <a:avLst/>
                <a:gdLst/>
                <a:ahLst/>
                <a:cxnLst/>
                <a:rect l="l" t="t" r="r" b="b"/>
                <a:pathLst>
                  <a:path w="11534" h="20867" extrusionOk="0">
                    <a:moveTo>
                      <a:pt x="5767" y="0"/>
                    </a:moveTo>
                    <a:cubicBezTo>
                      <a:pt x="2589" y="0"/>
                      <a:pt x="1" y="2587"/>
                      <a:pt x="1" y="5767"/>
                    </a:cubicBezTo>
                    <a:lnTo>
                      <a:pt x="1" y="20866"/>
                    </a:lnTo>
                    <a:lnTo>
                      <a:pt x="21" y="20866"/>
                    </a:lnTo>
                    <a:lnTo>
                      <a:pt x="21" y="5767"/>
                    </a:lnTo>
                    <a:cubicBezTo>
                      <a:pt x="21" y="2598"/>
                      <a:pt x="2600" y="20"/>
                      <a:pt x="5769" y="20"/>
                    </a:cubicBezTo>
                    <a:cubicBezTo>
                      <a:pt x="8939" y="20"/>
                      <a:pt x="11516" y="2598"/>
                      <a:pt x="11516" y="5767"/>
                    </a:cubicBezTo>
                    <a:lnTo>
                      <a:pt x="11516" y="20867"/>
                    </a:lnTo>
                    <a:lnTo>
                      <a:pt x="11533" y="20867"/>
                    </a:lnTo>
                    <a:lnTo>
                      <a:pt x="11533" y="5767"/>
                    </a:lnTo>
                    <a:cubicBezTo>
                      <a:pt x="11533" y="2587"/>
                      <a:pt x="8947" y="0"/>
                      <a:pt x="5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6"/>
              <p:cNvSpPr/>
              <p:nvPr/>
            </p:nvSpPr>
            <p:spPr>
              <a:xfrm>
                <a:off x="5243601" y="1899592"/>
                <a:ext cx="9707" cy="44155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5238" extrusionOk="0">
                    <a:moveTo>
                      <a:pt x="1" y="1"/>
                    </a:moveTo>
                    <a:lnTo>
                      <a:pt x="1" y="15237"/>
                    </a:lnTo>
                    <a:lnTo>
                      <a:pt x="334" y="15237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5248150" y="1904170"/>
                <a:ext cx="638" cy="432518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926" extrusionOk="0">
                    <a:moveTo>
                      <a:pt x="1" y="1"/>
                    </a:moveTo>
                    <a:lnTo>
                      <a:pt x="1" y="14925"/>
                    </a:lnTo>
                    <a:lnTo>
                      <a:pt x="21" y="14925"/>
                    </a:lnTo>
                    <a:lnTo>
                      <a:pt x="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"/>
          <p:cNvSpPr txBox="1">
            <a:spLocks noGrp="1"/>
          </p:cNvSpPr>
          <p:nvPr>
            <p:ph type="title" hasCustomPrompt="1"/>
          </p:nvPr>
        </p:nvSpPr>
        <p:spPr>
          <a:xfrm>
            <a:off x="6642975" y="787550"/>
            <a:ext cx="1780800" cy="10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2" name="Google Shape;242;p17"/>
          <p:cNvSpPr txBox="1">
            <a:spLocks noGrp="1"/>
          </p:cNvSpPr>
          <p:nvPr>
            <p:ph type="subTitle" idx="1"/>
          </p:nvPr>
        </p:nvSpPr>
        <p:spPr>
          <a:xfrm rot="228">
            <a:off x="3895500" y="3897675"/>
            <a:ext cx="45285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7"/>
          <p:cNvSpPr txBox="1">
            <a:spLocks noGrp="1"/>
          </p:cNvSpPr>
          <p:nvPr>
            <p:ph type="title" idx="2"/>
          </p:nvPr>
        </p:nvSpPr>
        <p:spPr>
          <a:xfrm>
            <a:off x="3895250" y="1899750"/>
            <a:ext cx="4528500" cy="199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244" name="Google Shape;244;p17"/>
          <p:cNvGrpSpPr/>
          <p:nvPr/>
        </p:nvGrpSpPr>
        <p:grpSpPr>
          <a:xfrm>
            <a:off x="-11" y="34148"/>
            <a:ext cx="8428679" cy="5109357"/>
            <a:chOff x="-11" y="34148"/>
            <a:chExt cx="8428679" cy="5109357"/>
          </a:xfrm>
        </p:grpSpPr>
        <p:sp>
          <p:nvSpPr>
            <p:cNvPr id="245" name="Google Shape;245;p17"/>
            <p:cNvSpPr/>
            <p:nvPr/>
          </p:nvSpPr>
          <p:spPr>
            <a:xfrm>
              <a:off x="3071166" y="346831"/>
              <a:ext cx="186673" cy="386357"/>
            </a:xfrm>
            <a:custGeom>
              <a:avLst/>
              <a:gdLst/>
              <a:ahLst/>
              <a:cxnLst/>
              <a:rect l="l" t="t" r="r" b="b"/>
              <a:pathLst>
                <a:path w="6442" h="13333" extrusionOk="0">
                  <a:moveTo>
                    <a:pt x="3221" y="1"/>
                  </a:moveTo>
                  <a:cubicBezTo>
                    <a:pt x="1442" y="1"/>
                    <a:pt x="0" y="1442"/>
                    <a:pt x="0" y="3221"/>
                  </a:cubicBezTo>
                  <a:lnTo>
                    <a:pt x="0" y="10112"/>
                  </a:lnTo>
                  <a:cubicBezTo>
                    <a:pt x="0" y="11890"/>
                    <a:pt x="1442" y="13332"/>
                    <a:pt x="3221" y="13332"/>
                  </a:cubicBezTo>
                  <a:cubicBezTo>
                    <a:pt x="4999" y="13332"/>
                    <a:pt x="6441" y="11890"/>
                    <a:pt x="6441" y="10112"/>
                  </a:cubicBezTo>
                  <a:lnTo>
                    <a:pt x="6441" y="3221"/>
                  </a:lnTo>
                  <a:cubicBezTo>
                    <a:pt x="6441" y="1442"/>
                    <a:pt x="4999" y="1"/>
                    <a:pt x="3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3461554" y="81848"/>
              <a:ext cx="280068" cy="280068"/>
            </a:xfrm>
            <a:custGeom>
              <a:avLst/>
              <a:gdLst/>
              <a:ahLst/>
              <a:cxnLst/>
              <a:rect l="l" t="t" r="r" b="b"/>
              <a:pathLst>
                <a:path w="9665" h="9665" extrusionOk="0">
                  <a:moveTo>
                    <a:pt x="4832" y="1"/>
                  </a:moveTo>
                  <a:cubicBezTo>
                    <a:pt x="3550" y="1"/>
                    <a:pt x="2321" y="510"/>
                    <a:pt x="1415" y="1416"/>
                  </a:cubicBezTo>
                  <a:cubicBezTo>
                    <a:pt x="509" y="2323"/>
                    <a:pt x="0" y="3551"/>
                    <a:pt x="0" y="4833"/>
                  </a:cubicBezTo>
                  <a:cubicBezTo>
                    <a:pt x="0" y="6114"/>
                    <a:pt x="509" y="7344"/>
                    <a:pt x="1415" y="8249"/>
                  </a:cubicBezTo>
                  <a:cubicBezTo>
                    <a:pt x="2321" y="9156"/>
                    <a:pt x="3550" y="9665"/>
                    <a:pt x="4832" y="9665"/>
                  </a:cubicBezTo>
                  <a:cubicBezTo>
                    <a:pt x="6114" y="9665"/>
                    <a:pt x="7342" y="9156"/>
                    <a:pt x="8249" y="8249"/>
                  </a:cubicBezTo>
                  <a:cubicBezTo>
                    <a:pt x="9155" y="7344"/>
                    <a:pt x="9664" y="6114"/>
                    <a:pt x="9664" y="4833"/>
                  </a:cubicBezTo>
                  <a:cubicBezTo>
                    <a:pt x="9664" y="3551"/>
                    <a:pt x="9155" y="2323"/>
                    <a:pt x="8249" y="1416"/>
                  </a:cubicBezTo>
                  <a:cubicBezTo>
                    <a:pt x="7342" y="510"/>
                    <a:pt x="6114" y="1"/>
                    <a:pt x="4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7850756" y="4902470"/>
              <a:ext cx="401686" cy="241035"/>
            </a:xfrm>
            <a:custGeom>
              <a:avLst/>
              <a:gdLst/>
              <a:ahLst/>
              <a:cxnLst/>
              <a:rect l="l" t="t" r="r" b="b"/>
              <a:pathLst>
                <a:path w="13862" h="8318" extrusionOk="0">
                  <a:moveTo>
                    <a:pt x="6931" y="1"/>
                  </a:moveTo>
                  <a:cubicBezTo>
                    <a:pt x="3103" y="1"/>
                    <a:pt x="0" y="3103"/>
                    <a:pt x="0" y="6932"/>
                  </a:cubicBezTo>
                  <a:lnTo>
                    <a:pt x="0" y="8317"/>
                  </a:lnTo>
                  <a:lnTo>
                    <a:pt x="13861" y="8317"/>
                  </a:lnTo>
                  <a:lnTo>
                    <a:pt x="13861" y="6932"/>
                  </a:lnTo>
                  <a:cubicBezTo>
                    <a:pt x="13861" y="3103"/>
                    <a:pt x="10759" y="1"/>
                    <a:pt x="6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382482" y="690123"/>
              <a:ext cx="172213" cy="156884"/>
            </a:xfrm>
            <a:custGeom>
              <a:avLst/>
              <a:gdLst/>
              <a:ahLst/>
              <a:cxnLst/>
              <a:rect l="l" t="t" r="r" b="b"/>
              <a:pathLst>
                <a:path w="5943" h="5414" extrusionOk="0">
                  <a:moveTo>
                    <a:pt x="2972" y="0"/>
                  </a:moveTo>
                  <a:cubicBezTo>
                    <a:pt x="2279" y="0"/>
                    <a:pt x="1587" y="264"/>
                    <a:pt x="1058" y="793"/>
                  </a:cubicBezTo>
                  <a:cubicBezTo>
                    <a:pt x="1" y="1850"/>
                    <a:pt x="1" y="3563"/>
                    <a:pt x="1058" y="4620"/>
                  </a:cubicBezTo>
                  <a:cubicBezTo>
                    <a:pt x="1587" y="5149"/>
                    <a:pt x="2279" y="5413"/>
                    <a:pt x="2972" y="5413"/>
                  </a:cubicBezTo>
                  <a:cubicBezTo>
                    <a:pt x="3664" y="5413"/>
                    <a:pt x="4357" y="5149"/>
                    <a:pt x="4885" y="4620"/>
                  </a:cubicBezTo>
                  <a:cubicBezTo>
                    <a:pt x="5943" y="3563"/>
                    <a:pt x="5943" y="1850"/>
                    <a:pt x="4885" y="793"/>
                  </a:cubicBezTo>
                  <a:cubicBezTo>
                    <a:pt x="4357" y="264"/>
                    <a:pt x="3664" y="0"/>
                    <a:pt x="29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 flipH="1">
              <a:off x="-11" y="3330755"/>
              <a:ext cx="878511" cy="599139"/>
            </a:xfrm>
            <a:custGeom>
              <a:avLst/>
              <a:gdLst/>
              <a:ahLst/>
              <a:cxnLst/>
              <a:rect l="l" t="t" r="r" b="b"/>
              <a:pathLst>
                <a:path w="30317" h="20676" extrusionOk="0">
                  <a:moveTo>
                    <a:pt x="29981" y="336"/>
                  </a:moveTo>
                  <a:lnTo>
                    <a:pt x="29981" y="20339"/>
                  </a:lnTo>
                  <a:lnTo>
                    <a:pt x="10337" y="20339"/>
                  </a:lnTo>
                  <a:cubicBezTo>
                    <a:pt x="8988" y="20339"/>
                    <a:pt x="7677" y="20073"/>
                    <a:pt x="6445" y="19552"/>
                  </a:cubicBezTo>
                  <a:cubicBezTo>
                    <a:pt x="5253" y="19048"/>
                    <a:pt x="4184" y="18327"/>
                    <a:pt x="3266" y="17408"/>
                  </a:cubicBezTo>
                  <a:cubicBezTo>
                    <a:pt x="2347" y="16489"/>
                    <a:pt x="1626" y="15421"/>
                    <a:pt x="1122" y="14229"/>
                  </a:cubicBezTo>
                  <a:cubicBezTo>
                    <a:pt x="601" y="12998"/>
                    <a:pt x="336" y="11687"/>
                    <a:pt x="336" y="10337"/>
                  </a:cubicBezTo>
                  <a:cubicBezTo>
                    <a:pt x="336" y="8987"/>
                    <a:pt x="601" y="7677"/>
                    <a:pt x="1122" y="6444"/>
                  </a:cubicBezTo>
                  <a:cubicBezTo>
                    <a:pt x="1627" y="5254"/>
                    <a:pt x="2347" y="4184"/>
                    <a:pt x="3266" y="3266"/>
                  </a:cubicBezTo>
                  <a:cubicBezTo>
                    <a:pt x="4184" y="2348"/>
                    <a:pt x="5253" y="1626"/>
                    <a:pt x="6445" y="1122"/>
                  </a:cubicBezTo>
                  <a:cubicBezTo>
                    <a:pt x="7677" y="601"/>
                    <a:pt x="8988" y="336"/>
                    <a:pt x="10337" y="336"/>
                  </a:cubicBezTo>
                  <a:close/>
                  <a:moveTo>
                    <a:pt x="10337" y="1"/>
                  </a:moveTo>
                  <a:cubicBezTo>
                    <a:pt x="8941" y="1"/>
                    <a:pt x="7589" y="273"/>
                    <a:pt x="6313" y="812"/>
                  </a:cubicBezTo>
                  <a:cubicBezTo>
                    <a:pt x="5082" y="1333"/>
                    <a:pt x="3977" y="2077"/>
                    <a:pt x="3027" y="3027"/>
                  </a:cubicBezTo>
                  <a:cubicBezTo>
                    <a:pt x="2078" y="3977"/>
                    <a:pt x="1333" y="5082"/>
                    <a:pt x="812" y="6313"/>
                  </a:cubicBezTo>
                  <a:cubicBezTo>
                    <a:pt x="274" y="7588"/>
                    <a:pt x="1" y="8942"/>
                    <a:pt x="1" y="10337"/>
                  </a:cubicBezTo>
                  <a:cubicBezTo>
                    <a:pt x="1" y="11734"/>
                    <a:pt x="273" y="13086"/>
                    <a:pt x="812" y="14362"/>
                  </a:cubicBezTo>
                  <a:cubicBezTo>
                    <a:pt x="1333" y="15592"/>
                    <a:pt x="2077" y="16697"/>
                    <a:pt x="3027" y="17647"/>
                  </a:cubicBezTo>
                  <a:cubicBezTo>
                    <a:pt x="3977" y="18596"/>
                    <a:pt x="5082" y="19342"/>
                    <a:pt x="6313" y="19862"/>
                  </a:cubicBezTo>
                  <a:cubicBezTo>
                    <a:pt x="7589" y="20400"/>
                    <a:pt x="8942" y="20674"/>
                    <a:pt x="10337" y="20674"/>
                  </a:cubicBezTo>
                  <a:lnTo>
                    <a:pt x="10337" y="20675"/>
                  </a:lnTo>
                  <a:lnTo>
                    <a:pt x="30317" y="20675"/>
                  </a:lnTo>
                  <a:lnTo>
                    <a:pt x="30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1953572" y="4759916"/>
              <a:ext cx="639331" cy="383575"/>
            </a:xfrm>
            <a:custGeom>
              <a:avLst/>
              <a:gdLst/>
              <a:ahLst/>
              <a:cxnLst/>
              <a:rect l="l" t="t" r="r" b="b"/>
              <a:pathLst>
                <a:path w="22063" h="13237" extrusionOk="0">
                  <a:moveTo>
                    <a:pt x="11031" y="0"/>
                  </a:moveTo>
                  <a:cubicBezTo>
                    <a:pt x="4940" y="0"/>
                    <a:pt x="0" y="4939"/>
                    <a:pt x="0" y="11030"/>
                  </a:cubicBezTo>
                  <a:lnTo>
                    <a:pt x="0" y="13237"/>
                  </a:lnTo>
                  <a:lnTo>
                    <a:pt x="22062" y="13237"/>
                  </a:lnTo>
                  <a:lnTo>
                    <a:pt x="22062" y="11030"/>
                  </a:lnTo>
                  <a:cubicBezTo>
                    <a:pt x="22062" y="4939"/>
                    <a:pt x="17123" y="0"/>
                    <a:pt x="11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715124" y="34148"/>
              <a:ext cx="9765" cy="1011720"/>
            </a:xfrm>
            <a:custGeom>
              <a:avLst/>
              <a:gdLst/>
              <a:ahLst/>
              <a:cxnLst/>
              <a:rect l="l" t="t" r="r" b="b"/>
              <a:pathLst>
                <a:path w="337" h="34914" extrusionOk="0">
                  <a:moveTo>
                    <a:pt x="1" y="0"/>
                  </a:moveTo>
                  <a:lnTo>
                    <a:pt x="1" y="34914"/>
                  </a:lnTo>
                  <a:lnTo>
                    <a:pt x="336" y="34914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8419337" y="4603494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MAIN_POINT_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title"/>
          </p:nvPr>
        </p:nvSpPr>
        <p:spPr>
          <a:xfrm>
            <a:off x="1427933" y="1534350"/>
            <a:ext cx="6288300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5" name="Google Shape;255;p18"/>
          <p:cNvSpPr txBox="1">
            <a:spLocks noGrp="1"/>
          </p:cNvSpPr>
          <p:nvPr>
            <p:ph type="subTitle" idx="1"/>
          </p:nvPr>
        </p:nvSpPr>
        <p:spPr>
          <a:xfrm>
            <a:off x="1427799" y="2670151"/>
            <a:ext cx="6288300" cy="9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18"/>
          <p:cNvGrpSpPr/>
          <p:nvPr/>
        </p:nvGrpSpPr>
        <p:grpSpPr>
          <a:xfrm>
            <a:off x="409854" y="-6"/>
            <a:ext cx="8786820" cy="5091913"/>
            <a:chOff x="409854" y="-6"/>
            <a:chExt cx="8786820" cy="5091913"/>
          </a:xfrm>
        </p:grpSpPr>
        <p:sp>
          <p:nvSpPr>
            <p:cNvPr id="257" name="Google Shape;257;p18"/>
            <p:cNvSpPr/>
            <p:nvPr/>
          </p:nvSpPr>
          <p:spPr>
            <a:xfrm>
              <a:off x="409854" y="1109498"/>
              <a:ext cx="280068" cy="280068"/>
            </a:xfrm>
            <a:custGeom>
              <a:avLst/>
              <a:gdLst/>
              <a:ahLst/>
              <a:cxnLst/>
              <a:rect l="l" t="t" r="r" b="b"/>
              <a:pathLst>
                <a:path w="9665" h="9665" extrusionOk="0">
                  <a:moveTo>
                    <a:pt x="4832" y="1"/>
                  </a:moveTo>
                  <a:cubicBezTo>
                    <a:pt x="3550" y="1"/>
                    <a:pt x="2321" y="510"/>
                    <a:pt x="1415" y="1416"/>
                  </a:cubicBezTo>
                  <a:cubicBezTo>
                    <a:pt x="509" y="2323"/>
                    <a:pt x="0" y="3551"/>
                    <a:pt x="0" y="4833"/>
                  </a:cubicBezTo>
                  <a:cubicBezTo>
                    <a:pt x="0" y="6114"/>
                    <a:pt x="509" y="7344"/>
                    <a:pt x="1415" y="8249"/>
                  </a:cubicBezTo>
                  <a:cubicBezTo>
                    <a:pt x="2321" y="9156"/>
                    <a:pt x="3550" y="9665"/>
                    <a:pt x="4832" y="9665"/>
                  </a:cubicBezTo>
                  <a:cubicBezTo>
                    <a:pt x="6114" y="9665"/>
                    <a:pt x="7342" y="9156"/>
                    <a:pt x="8249" y="8249"/>
                  </a:cubicBezTo>
                  <a:cubicBezTo>
                    <a:pt x="9155" y="7344"/>
                    <a:pt x="9664" y="6114"/>
                    <a:pt x="9664" y="4833"/>
                  </a:cubicBezTo>
                  <a:cubicBezTo>
                    <a:pt x="9664" y="3551"/>
                    <a:pt x="9155" y="2323"/>
                    <a:pt x="8249" y="1416"/>
                  </a:cubicBezTo>
                  <a:cubicBezTo>
                    <a:pt x="7342" y="510"/>
                    <a:pt x="6114" y="1"/>
                    <a:pt x="4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8605107" y="3752948"/>
              <a:ext cx="172213" cy="156884"/>
            </a:xfrm>
            <a:custGeom>
              <a:avLst/>
              <a:gdLst/>
              <a:ahLst/>
              <a:cxnLst/>
              <a:rect l="l" t="t" r="r" b="b"/>
              <a:pathLst>
                <a:path w="5943" h="5414" extrusionOk="0">
                  <a:moveTo>
                    <a:pt x="2972" y="0"/>
                  </a:moveTo>
                  <a:cubicBezTo>
                    <a:pt x="2279" y="0"/>
                    <a:pt x="1587" y="264"/>
                    <a:pt x="1058" y="793"/>
                  </a:cubicBezTo>
                  <a:cubicBezTo>
                    <a:pt x="1" y="1850"/>
                    <a:pt x="1" y="3563"/>
                    <a:pt x="1058" y="4620"/>
                  </a:cubicBezTo>
                  <a:cubicBezTo>
                    <a:pt x="1587" y="5149"/>
                    <a:pt x="2279" y="5413"/>
                    <a:pt x="2972" y="5413"/>
                  </a:cubicBezTo>
                  <a:cubicBezTo>
                    <a:pt x="3664" y="5413"/>
                    <a:pt x="4357" y="5149"/>
                    <a:pt x="4885" y="4620"/>
                  </a:cubicBezTo>
                  <a:cubicBezTo>
                    <a:pt x="5943" y="3563"/>
                    <a:pt x="5943" y="1850"/>
                    <a:pt x="4885" y="793"/>
                  </a:cubicBezTo>
                  <a:cubicBezTo>
                    <a:pt x="4357" y="264"/>
                    <a:pt x="3664" y="0"/>
                    <a:pt x="29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519156" y="419482"/>
              <a:ext cx="401686" cy="241035"/>
            </a:xfrm>
            <a:custGeom>
              <a:avLst/>
              <a:gdLst/>
              <a:ahLst/>
              <a:cxnLst/>
              <a:rect l="l" t="t" r="r" b="b"/>
              <a:pathLst>
                <a:path w="13862" h="8318" extrusionOk="0">
                  <a:moveTo>
                    <a:pt x="6931" y="1"/>
                  </a:moveTo>
                  <a:cubicBezTo>
                    <a:pt x="3103" y="1"/>
                    <a:pt x="0" y="3103"/>
                    <a:pt x="0" y="6932"/>
                  </a:cubicBezTo>
                  <a:lnTo>
                    <a:pt x="0" y="8317"/>
                  </a:lnTo>
                  <a:lnTo>
                    <a:pt x="13861" y="8317"/>
                  </a:lnTo>
                  <a:lnTo>
                    <a:pt x="13861" y="6932"/>
                  </a:lnTo>
                  <a:cubicBezTo>
                    <a:pt x="13861" y="3103"/>
                    <a:pt x="10759" y="1"/>
                    <a:pt x="6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8318164" y="4169530"/>
              <a:ext cx="878511" cy="599139"/>
            </a:xfrm>
            <a:custGeom>
              <a:avLst/>
              <a:gdLst/>
              <a:ahLst/>
              <a:cxnLst/>
              <a:rect l="l" t="t" r="r" b="b"/>
              <a:pathLst>
                <a:path w="30317" h="20676" extrusionOk="0">
                  <a:moveTo>
                    <a:pt x="29981" y="336"/>
                  </a:moveTo>
                  <a:lnTo>
                    <a:pt x="29981" y="20339"/>
                  </a:lnTo>
                  <a:lnTo>
                    <a:pt x="10337" y="20339"/>
                  </a:lnTo>
                  <a:cubicBezTo>
                    <a:pt x="8988" y="20339"/>
                    <a:pt x="7677" y="20073"/>
                    <a:pt x="6445" y="19552"/>
                  </a:cubicBezTo>
                  <a:cubicBezTo>
                    <a:pt x="5253" y="19048"/>
                    <a:pt x="4184" y="18327"/>
                    <a:pt x="3266" y="17408"/>
                  </a:cubicBezTo>
                  <a:cubicBezTo>
                    <a:pt x="2347" y="16489"/>
                    <a:pt x="1626" y="15421"/>
                    <a:pt x="1122" y="14229"/>
                  </a:cubicBezTo>
                  <a:cubicBezTo>
                    <a:pt x="601" y="12998"/>
                    <a:pt x="336" y="11687"/>
                    <a:pt x="336" y="10337"/>
                  </a:cubicBezTo>
                  <a:cubicBezTo>
                    <a:pt x="336" y="8987"/>
                    <a:pt x="601" y="7677"/>
                    <a:pt x="1122" y="6444"/>
                  </a:cubicBezTo>
                  <a:cubicBezTo>
                    <a:pt x="1627" y="5254"/>
                    <a:pt x="2347" y="4184"/>
                    <a:pt x="3266" y="3266"/>
                  </a:cubicBezTo>
                  <a:cubicBezTo>
                    <a:pt x="4184" y="2348"/>
                    <a:pt x="5253" y="1626"/>
                    <a:pt x="6445" y="1122"/>
                  </a:cubicBezTo>
                  <a:cubicBezTo>
                    <a:pt x="7677" y="601"/>
                    <a:pt x="8988" y="336"/>
                    <a:pt x="10337" y="336"/>
                  </a:cubicBezTo>
                  <a:close/>
                  <a:moveTo>
                    <a:pt x="10337" y="1"/>
                  </a:moveTo>
                  <a:cubicBezTo>
                    <a:pt x="8941" y="1"/>
                    <a:pt x="7589" y="273"/>
                    <a:pt x="6313" y="812"/>
                  </a:cubicBezTo>
                  <a:cubicBezTo>
                    <a:pt x="5082" y="1333"/>
                    <a:pt x="3977" y="2077"/>
                    <a:pt x="3027" y="3027"/>
                  </a:cubicBezTo>
                  <a:cubicBezTo>
                    <a:pt x="2078" y="3977"/>
                    <a:pt x="1333" y="5082"/>
                    <a:pt x="812" y="6313"/>
                  </a:cubicBezTo>
                  <a:cubicBezTo>
                    <a:pt x="274" y="7588"/>
                    <a:pt x="1" y="8942"/>
                    <a:pt x="1" y="10337"/>
                  </a:cubicBezTo>
                  <a:cubicBezTo>
                    <a:pt x="1" y="11734"/>
                    <a:pt x="273" y="13086"/>
                    <a:pt x="812" y="14362"/>
                  </a:cubicBezTo>
                  <a:cubicBezTo>
                    <a:pt x="1333" y="15592"/>
                    <a:pt x="2077" y="16697"/>
                    <a:pt x="3027" y="17647"/>
                  </a:cubicBezTo>
                  <a:cubicBezTo>
                    <a:pt x="3977" y="18596"/>
                    <a:pt x="5082" y="19342"/>
                    <a:pt x="6313" y="19862"/>
                  </a:cubicBezTo>
                  <a:cubicBezTo>
                    <a:pt x="7589" y="20400"/>
                    <a:pt x="8942" y="20674"/>
                    <a:pt x="10337" y="20674"/>
                  </a:cubicBezTo>
                  <a:lnTo>
                    <a:pt x="10337" y="20675"/>
                  </a:lnTo>
                  <a:lnTo>
                    <a:pt x="30317" y="20675"/>
                  </a:lnTo>
                  <a:lnTo>
                    <a:pt x="30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8597866" y="1056356"/>
              <a:ext cx="186673" cy="386357"/>
            </a:xfrm>
            <a:custGeom>
              <a:avLst/>
              <a:gdLst/>
              <a:ahLst/>
              <a:cxnLst/>
              <a:rect l="l" t="t" r="r" b="b"/>
              <a:pathLst>
                <a:path w="6442" h="13333" extrusionOk="0">
                  <a:moveTo>
                    <a:pt x="3221" y="1"/>
                  </a:moveTo>
                  <a:cubicBezTo>
                    <a:pt x="1442" y="1"/>
                    <a:pt x="0" y="1442"/>
                    <a:pt x="0" y="3221"/>
                  </a:cubicBezTo>
                  <a:lnTo>
                    <a:pt x="0" y="10112"/>
                  </a:lnTo>
                  <a:cubicBezTo>
                    <a:pt x="0" y="11890"/>
                    <a:pt x="1442" y="13332"/>
                    <a:pt x="3221" y="13332"/>
                  </a:cubicBezTo>
                  <a:cubicBezTo>
                    <a:pt x="4999" y="13332"/>
                    <a:pt x="6441" y="11890"/>
                    <a:pt x="6441" y="10112"/>
                  </a:cubicBezTo>
                  <a:lnTo>
                    <a:pt x="6441" y="3221"/>
                  </a:lnTo>
                  <a:cubicBezTo>
                    <a:pt x="6441" y="1442"/>
                    <a:pt x="4999" y="1"/>
                    <a:pt x="3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3344770" y="4721691"/>
              <a:ext cx="347730" cy="370217"/>
            </a:xfrm>
            <a:custGeom>
              <a:avLst/>
              <a:gdLst/>
              <a:ahLst/>
              <a:cxnLst/>
              <a:rect l="l" t="t" r="r" b="b"/>
              <a:pathLst>
                <a:path w="12000" h="12776" extrusionOk="0">
                  <a:moveTo>
                    <a:pt x="781" y="0"/>
                  </a:moveTo>
                  <a:cubicBezTo>
                    <a:pt x="350" y="0"/>
                    <a:pt x="0" y="350"/>
                    <a:pt x="0" y="781"/>
                  </a:cubicBezTo>
                  <a:cubicBezTo>
                    <a:pt x="0" y="1213"/>
                    <a:pt x="350" y="1563"/>
                    <a:pt x="781" y="1563"/>
                  </a:cubicBezTo>
                  <a:lnTo>
                    <a:pt x="7161" y="1563"/>
                  </a:lnTo>
                  <a:cubicBezTo>
                    <a:pt x="8968" y="1563"/>
                    <a:pt x="10440" y="3033"/>
                    <a:pt x="10440" y="4842"/>
                  </a:cubicBezTo>
                  <a:cubicBezTo>
                    <a:pt x="10440" y="6650"/>
                    <a:pt x="8968" y="8121"/>
                    <a:pt x="7161" y="8121"/>
                  </a:cubicBezTo>
                  <a:lnTo>
                    <a:pt x="2329" y="8121"/>
                  </a:lnTo>
                  <a:cubicBezTo>
                    <a:pt x="1045" y="8121"/>
                    <a:pt x="1" y="9165"/>
                    <a:pt x="1" y="10448"/>
                  </a:cubicBezTo>
                  <a:cubicBezTo>
                    <a:pt x="1" y="11730"/>
                    <a:pt x="1045" y="12775"/>
                    <a:pt x="2329" y="12775"/>
                  </a:cubicBezTo>
                  <a:lnTo>
                    <a:pt x="7161" y="12775"/>
                  </a:lnTo>
                  <a:cubicBezTo>
                    <a:pt x="7591" y="12775"/>
                    <a:pt x="7941" y="12425"/>
                    <a:pt x="7941" y="11994"/>
                  </a:cubicBezTo>
                  <a:cubicBezTo>
                    <a:pt x="7941" y="11563"/>
                    <a:pt x="7591" y="11213"/>
                    <a:pt x="7161" y="11213"/>
                  </a:cubicBezTo>
                  <a:lnTo>
                    <a:pt x="2329" y="11213"/>
                  </a:lnTo>
                  <a:cubicBezTo>
                    <a:pt x="1905" y="11213"/>
                    <a:pt x="1561" y="10868"/>
                    <a:pt x="1561" y="10446"/>
                  </a:cubicBezTo>
                  <a:cubicBezTo>
                    <a:pt x="1561" y="10023"/>
                    <a:pt x="1906" y="9680"/>
                    <a:pt x="2329" y="9680"/>
                  </a:cubicBezTo>
                  <a:lnTo>
                    <a:pt x="7161" y="9680"/>
                  </a:lnTo>
                  <a:cubicBezTo>
                    <a:pt x="9830" y="9680"/>
                    <a:pt x="12000" y="7509"/>
                    <a:pt x="12000" y="4840"/>
                  </a:cubicBezTo>
                  <a:cubicBezTo>
                    <a:pt x="12000" y="2172"/>
                    <a:pt x="9830" y="0"/>
                    <a:pt x="7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4498978" y="4341403"/>
              <a:ext cx="146191" cy="427273"/>
            </a:xfrm>
            <a:custGeom>
              <a:avLst/>
              <a:gdLst/>
              <a:ahLst/>
              <a:cxnLst/>
              <a:rect l="l" t="t" r="r" b="b"/>
              <a:pathLst>
                <a:path w="5045" h="14745" extrusionOk="0">
                  <a:moveTo>
                    <a:pt x="2523" y="1"/>
                  </a:moveTo>
                  <a:cubicBezTo>
                    <a:pt x="1130" y="1"/>
                    <a:pt x="1" y="1130"/>
                    <a:pt x="1" y="2523"/>
                  </a:cubicBezTo>
                  <a:cubicBezTo>
                    <a:pt x="1" y="3723"/>
                    <a:pt x="840" y="4724"/>
                    <a:pt x="1962" y="4980"/>
                  </a:cubicBezTo>
                  <a:cubicBezTo>
                    <a:pt x="840" y="5235"/>
                    <a:pt x="1" y="6237"/>
                    <a:pt x="1" y="7438"/>
                  </a:cubicBezTo>
                  <a:cubicBezTo>
                    <a:pt x="1" y="8552"/>
                    <a:pt x="727" y="9497"/>
                    <a:pt x="1729" y="9830"/>
                  </a:cubicBezTo>
                  <a:cubicBezTo>
                    <a:pt x="725" y="10163"/>
                    <a:pt x="1" y="11107"/>
                    <a:pt x="1" y="12222"/>
                  </a:cubicBezTo>
                  <a:cubicBezTo>
                    <a:pt x="1" y="13615"/>
                    <a:pt x="1130" y="14744"/>
                    <a:pt x="2523" y="14744"/>
                  </a:cubicBezTo>
                  <a:cubicBezTo>
                    <a:pt x="3915" y="14744"/>
                    <a:pt x="5044" y="13615"/>
                    <a:pt x="5044" y="12222"/>
                  </a:cubicBezTo>
                  <a:cubicBezTo>
                    <a:pt x="5044" y="11107"/>
                    <a:pt x="4320" y="10162"/>
                    <a:pt x="3316" y="9830"/>
                  </a:cubicBezTo>
                  <a:cubicBezTo>
                    <a:pt x="4320" y="9497"/>
                    <a:pt x="5044" y="8553"/>
                    <a:pt x="5044" y="7438"/>
                  </a:cubicBezTo>
                  <a:cubicBezTo>
                    <a:pt x="5044" y="6237"/>
                    <a:pt x="4206" y="5235"/>
                    <a:pt x="3083" y="4980"/>
                  </a:cubicBezTo>
                  <a:cubicBezTo>
                    <a:pt x="4206" y="4724"/>
                    <a:pt x="5044" y="3723"/>
                    <a:pt x="5044" y="2523"/>
                  </a:cubicBezTo>
                  <a:cubicBezTo>
                    <a:pt x="5044" y="1130"/>
                    <a:pt x="3915" y="1"/>
                    <a:pt x="2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8686549" y="-6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_2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"/>
          <p:cNvSpPr txBox="1">
            <a:spLocks noGrp="1"/>
          </p:cNvSpPr>
          <p:nvPr>
            <p:ph type="subTitle" idx="1"/>
          </p:nvPr>
        </p:nvSpPr>
        <p:spPr>
          <a:xfrm>
            <a:off x="720000" y="2456738"/>
            <a:ext cx="3852000" cy="7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720000" y="1889063"/>
            <a:ext cx="3852000" cy="64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68" name="Google Shape;268;p19"/>
          <p:cNvGrpSpPr/>
          <p:nvPr/>
        </p:nvGrpSpPr>
        <p:grpSpPr>
          <a:xfrm>
            <a:off x="253869" y="172905"/>
            <a:ext cx="8890130" cy="4970600"/>
            <a:chOff x="253869" y="172905"/>
            <a:chExt cx="8890130" cy="4970600"/>
          </a:xfrm>
        </p:grpSpPr>
        <p:sp>
          <p:nvSpPr>
            <p:cNvPr id="269" name="Google Shape;269;p19"/>
            <p:cNvSpPr/>
            <p:nvPr/>
          </p:nvSpPr>
          <p:spPr>
            <a:xfrm>
              <a:off x="253879" y="2974993"/>
              <a:ext cx="186673" cy="386357"/>
            </a:xfrm>
            <a:custGeom>
              <a:avLst/>
              <a:gdLst/>
              <a:ahLst/>
              <a:cxnLst/>
              <a:rect l="l" t="t" r="r" b="b"/>
              <a:pathLst>
                <a:path w="6442" h="13333" extrusionOk="0">
                  <a:moveTo>
                    <a:pt x="3221" y="1"/>
                  </a:moveTo>
                  <a:cubicBezTo>
                    <a:pt x="1442" y="1"/>
                    <a:pt x="0" y="1442"/>
                    <a:pt x="0" y="3221"/>
                  </a:cubicBezTo>
                  <a:lnTo>
                    <a:pt x="0" y="10112"/>
                  </a:lnTo>
                  <a:cubicBezTo>
                    <a:pt x="0" y="11890"/>
                    <a:pt x="1442" y="13332"/>
                    <a:pt x="3221" y="13332"/>
                  </a:cubicBezTo>
                  <a:cubicBezTo>
                    <a:pt x="4999" y="13332"/>
                    <a:pt x="6441" y="11890"/>
                    <a:pt x="6441" y="10112"/>
                  </a:cubicBezTo>
                  <a:lnTo>
                    <a:pt x="6441" y="3221"/>
                  </a:lnTo>
                  <a:cubicBezTo>
                    <a:pt x="6441" y="1442"/>
                    <a:pt x="4999" y="1"/>
                    <a:pt x="3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253869" y="3674170"/>
              <a:ext cx="358973" cy="431823"/>
            </a:xfrm>
            <a:custGeom>
              <a:avLst/>
              <a:gdLst/>
              <a:ahLst/>
              <a:cxnLst/>
              <a:rect l="l" t="t" r="r" b="b"/>
              <a:pathLst>
                <a:path w="12388" h="14902" extrusionOk="0">
                  <a:moveTo>
                    <a:pt x="5035" y="0"/>
                  </a:moveTo>
                  <a:cubicBezTo>
                    <a:pt x="4605" y="0"/>
                    <a:pt x="4255" y="350"/>
                    <a:pt x="4255" y="782"/>
                  </a:cubicBezTo>
                  <a:cubicBezTo>
                    <a:pt x="4255" y="3344"/>
                    <a:pt x="6339" y="5428"/>
                    <a:pt x="8901" y="5428"/>
                  </a:cubicBezTo>
                  <a:lnTo>
                    <a:pt x="10253" y="5428"/>
                  </a:lnTo>
                  <a:cubicBezTo>
                    <a:pt x="10569" y="5428"/>
                    <a:pt x="10827" y="5684"/>
                    <a:pt x="10827" y="6001"/>
                  </a:cubicBezTo>
                  <a:cubicBezTo>
                    <a:pt x="10827" y="6317"/>
                    <a:pt x="10569" y="6574"/>
                    <a:pt x="10253" y="6574"/>
                  </a:cubicBezTo>
                  <a:lnTo>
                    <a:pt x="4164" y="6574"/>
                  </a:lnTo>
                  <a:cubicBezTo>
                    <a:pt x="1869" y="6574"/>
                    <a:pt x="1" y="8441"/>
                    <a:pt x="1" y="10737"/>
                  </a:cubicBezTo>
                  <a:cubicBezTo>
                    <a:pt x="1" y="13033"/>
                    <a:pt x="1869" y="14901"/>
                    <a:pt x="4164" y="14901"/>
                  </a:cubicBezTo>
                  <a:lnTo>
                    <a:pt x="8660" y="14901"/>
                  </a:lnTo>
                  <a:cubicBezTo>
                    <a:pt x="9092" y="14901"/>
                    <a:pt x="9442" y="14551"/>
                    <a:pt x="9443" y="14118"/>
                  </a:cubicBezTo>
                  <a:cubicBezTo>
                    <a:pt x="9443" y="13687"/>
                    <a:pt x="9093" y="13338"/>
                    <a:pt x="8662" y="13338"/>
                  </a:cubicBezTo>
                  <a:lnTo>
                    <a:pt x="4166" y="13338"/>
                  </a:lnTo>
                  <a:cubicBezTo>
                    <a:pt x="2731" y="13338"/>
                    <a:pt x="1564" y="12171"/>
                    <a:pt x="1564" y="10736"/>
                  </a:cubicBezTo>
                  <a:cubicBezTo>
                    <a:pt x="1564" y="9301"/>
                    <a:pt x="2731" y="8134"/>
                    <a:pt x="4166" y="8134"/>
                  </a:cubicBezTo>
                  <a:lnTo>
                    <a:pt x="10255" y="8134"/>
                  </a:lnTo>
                  <a:cubicBezTo>
                    <a:pt x="11431" y="8134"/>
                    <a:pt x="12388" y="7178"/>
                    <a:pt x="12388" y="6001"/>
                  </a:cubicBezTo>
                  <a:cubicBezTo>
                    <a:pt x="12388" y="4824"/>
                    <a:pt x="11432" y="3867"/>
                    <a:pt x="10255" y="3867"/>
                  </a:cubicBezTo>
                  <a:lnTo>
                    <a:pt x="8902" y="3867"/>
                  </a:lnTo>
                  <a:cubicBezTo>
                    <a:pt x="7199" y="3867"/>
                    <a:pt x="5816" y="2482"/>
                    <a:pt x="5816" y="782"/>
                  </a:cubicBezTo>
                  <a:cubicBezTo>
                    <a:pt x="5816" y="350"/>
                    <a:pt x="5467" y="0"/>
                    <a:pt x="5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7763504" y="4650673"/>
              <a:ext cx="280068" cy="280068"/>
            </a:xfrm>
            <a:custGeom>
              <a:avLst/>
              <a:gdLst/>
              <a:ahLst/>
              <a:cxnLst/>
              <a:rect l="l" t="t" r="r" b="b"/>
              <a:pathLst>
                <a:path w="9665" h="9665" extrusionOk="0">
                  <a:moveTo>
                    <a:pt x="4832" y="1"/>
                  </a:moveTo>
                  <a:cubicBezTo>
                    <a:pt x="3550" y="1"/>
                    <a:pt x="2321" y="510"/>
                    <a:pt x="1415" y="1416"/>
                  </a:cubicBezTo>
                  <a:cubicBezTo>
                    <a:pt x="509" y="2323"/>
                    <a:pt x="0" y="3551"/>
                    <a:pt x="0" y="4833"/>
                  </a:cubicBezTo>
                  <a:cubicBezTo>
                    <a:pt x="0" y="6114"/>
                    <a:pt x="509" y="7344"/>
                    <a:pt x="1415" y="8249"/>
                  </a:cubicBezTo>
                  <a:cubicBezTo>
                    <a:pt x="2321" y="9156"/>
                    <a:pt x="3550" y="9665"/>
                    <a:pt x="4832" y="9665"/>
                  </a:cubicBezTo>
                  <a:cubicBezTo>
                    <a:pt x="6114" y="9665"/>
                    <a:pt x="7342" y="9156"/>
                    <a:pt x="8249" y="8249"/>
                  </a:cubicBezTo>
                  <a:cubicBezTo>
                    <a:pt x="9155" y="7344"/>
                    <a:pt x="9664" y="6114"/>
                    <a:pt x="9664" y="4833"/>
                  </a:cubicBezTo>
                  <a:cubicBezTo>
                    <a:pt x="9664" y="3551"/>
                    <a:pt x="9155" y="2323"/>
                    <a:pt x="8249" y="1416"/>
                  </a:cubicBezTo>
                  <a:cubicBezTo>
                    <a:pt x="7342" y="510"/>
                    <a:pt x="6114" y="1"/>
                    <a:pt x="4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3084393" y="4902470"/>
              <a:ext cx="401686" cy="241035"/>
            </a:xfrm>
            <a:custGeom>
              <a:avLst/>
              <a:gdLst/>
              <a:ahLst/>
              <a:cxnLst/>
              <a:rect l="l" t="t" r="r" b="b"/>
              <a:pathLst>
                <a:path w="13862" h="8318" extrusionOk="0">
                  <a:moveTo>
                    <a:pt x="6931" y="1"/>
                  </a:moveTo>
                  <a:cubicBezTo>
                    <a:pt x="3103" y="1"/>
                    <a:pt x="0" y="3103"/>
                    <a:pt x="0" y="6932"/>
                  </a:cubicBezTo>
                  <a:lnTo>
                    <a:pt x="0" y="8317"/>
                  </a:lnTo>
                  <a:lnTo>
                    <a:pt x="13861" y="8317"/>
                  </a:lnTo>
                  <a:lnTo>
                    <a:pt x="13861" y="6932"/>
                  </a:lnTo>
                  <a:cubicBezTo>
                    <a:pt x="13861" y="3103"/>
                    <a:pt x="10759" y="1"/>
                    <a:pt x="6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8265489" y="172905"/>
              <a:ext cx="878511" cy="599139"/>
            </a:xfrm>
            <a:custGeom>
              <a:avLst/>
              <a:gdLst/>
              <a:ahLst/>
              <a:cxnLst/>
              <a:rect l="l" t="t" r="r" b="b"/>
              <a:pathLst>
                <a:path w="30317" h="20676" extrusionOk="0">
                  <a:moveTo>
                    <a:pt x="29981" y="336"/>
                  </a:moveTo>
                  <a:lnTo>
                    <a:pt x="29981" y="20339"/>
                  </a:lnTo>
                  <a:lnTo>
                    <a:pt x="10337" y="20339"/>
                  </a:lnTo>
                  <a:cubicBezTo>
                    <a:pt x="8988" y="20339"/>
                    <a:pt x="7677" y="20073"/>
                    <a:pt x="6445" y="19552"/>
                  </a:cubicBezTo>
                  <a:cubicBezTo>
                    <a:pt x="5253" y="19048"/>
                    <a:pt x="4184" y="18327"/>
                    <a:pt x="3266" y="17408"/>
                  </a:cubicBezTo>
                  <a:cubicBezTo>
                    <a:pt x="2347" y="16489"/>
                    <a:pt x="1626" y="15421"/>
                    <a:pt x="1122" y="14229"/>
                  </a:cubicBezTo>
                  <a:cubicBezTo>
                    <a:pt x="601" y="12998"/>
                    <a:pt x="336" y="11687"/>
                    <a:pt x="336" y="10337"/>
                  </a:cubicBezTo>
                  <a:cubicBezTo>
                    <a:pt x="336" y="8987"/>
                    <a:pt x="601" y="7677"/>
                    <a:pt x="1122" y="6444"/>
                  </a:cubicBezTo>
                  <a:cubicBezTo>
                    <a:pt x="1627" y="5254"/>
                    <a:pt x="2347" y="4184"/>
                    <a:pt x="3266" y="3266"/>
                  </a:cubicBezTo>
                  <a:cubicBezTo>
                    <a:pt x="4184" y="2348"/>
                    <a:pt x="5253" y="1626"/>
                    <a:pt x="6445" y="1122"/>
                  </a:cubicBezTo>
                  <a:cubicBezTo>
                    <a:pt x="7677" y="601"/>
                    <a:pt x="8988" y="336"/>
                    <a:pt x="10337" y="336"/>
                  </a:cubicBezTo>
                  <a:close/>
                  <a:moveTo>
                    <a:pt x="10337" y="1"/>
                  </a:moveTo>
                  <a:cubicBezTo>
                    <a:pt x="8941" y="1"/>
                    <a:pt x="7589" y="273"/>
                    <a:pt x="6313" y="812"/>
                  </a:cubicBezTo>
                  <a:cubicBezTo>
                    <a:pt x="5082" y="1333"/>
                    <a:pt x="3977" y="2077"/>
                    <a:pt x="3027" y="3027"/>
                  </a:cubicBezTo>
                  <a:cubicBezTo>
                    <a:pt x="2078" y="3977"/>
                    <a:pt x="1333" y="5082"/>
                    <a:pt x="812" y="6313"/>
                  </a:cubicBezTo>
                  <a:cubicBezTo>
                    <a:pt x="274" y="7588"/>
                    <a:pt x="1" y="8942"/>
                    <a:pt x="1" y="10337"/>
                  </a:cubicBezTo>
                  <a:cubicBezTo>
                    <a:pt x="1" y="11734"/>
                    <a:pt x="273" y="13086"/>
                    <a:pt x="812" y="14362"/>
                  </a:cubicBezTo>
                  <a:cubicBezTo>
                    <a:pt x="1333" y="15592"/>
                    <a:pt x="2077" y="16697"/>
                    <a:pt x="3027" y="17647"/>
                  </a:cubicBezTo>
                  <a:cubicBezTo>
                    <a:pt x="3977" y="18596"/>
                    <a:pt x="5082" y="19342"/>
                    <a:pt x="6313" y="19862"/>
                  </a:cubicBezTo>
                  <a:cubicBezTo>
                    <a:pt x="7589" y="20400"/>
                    <a:pt x="8942" y="20674"/>
                    <a:pt x="10337" y="20674"/>
                  </a:cubicBezTo>
                  <a:lnTo>
                    <a:pt x="10337" y="20675"/>
                  </a:lnTo>
                  <a:lnTo>
                    <a:pt x="30317" y="20675"/>
                  </a:lnTo>
                  <a:lnTo>
                    <a:pt x="30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8265499" y="4436435"/>
              <a:ext cx="275286" cy="271693"/>
            </a:xfrm>
            <a:custGeom>
              <a:avLst/>
              <a:gdLst/>
              <a:ahLst/>
              <a:cxnLst/>
              <a:rect l="l" t="t" r="r" b="b"/>
              <a:pathLst>
                <a:path w="9500" h="9376" extrusionOk="0">
                  <a:moveTo>
                    <a:pt x="4931" y="1"/>
                  </a:moveTo>
                  <a:cubicBezTo>
                    <a:pt x="3810" y="1"/>
                    <a:pt x="2899" y="910"/>
                    <a:pt x="2899" y="2032"/>
                  </a:cubicBezTo>
                  <a:cubicBezTo>
                    <a:pt x="2899" y="2494"/>
                    <a:pt x="3056" y="2918"/>
                    <a:pt x="3314" y="3258"/>
                  </a:cubicBezTo>
                  <a:lnTo>
                    <a:pt x="3059" y="3258"/>
                  </a:lnTo>
                  <a:cubicBezTo>
                    <a:pt x="1370" y="3258"/>
                    <a:pt x="1" y="4627"/>
                    <a:pt x="1" y="6316"/>
                  </a:cubicBezTo>
                  <a:cubicBezTo>
                    <a:pt x="1" y="8006"/>
                    <a:pt x="1370" y="9376"/>
                    <a:pt x="3059" y="9376"/>
                  </a:cubicBezTo>
                  <a:lnTo>
                    <a:pt x="6439" y="9376"/>
                  </a:lnTo>
                  <a:cubicBezTo>
                    <a:pt x="8128" y="9376"/>
                    <a:pt x="9499" y="8006"/>
                    <a:pt x="9499" y="6316"/>
                  </a:cubicBezTo>
                  <a:cubicBezTo>
                    <a:pt x="9500" y="5288"/>
                    <a:pt x="8989" y="4379"/>
                    <a:pt x="8210" y="3824"/>
                  </a:cubicBezTo>
                  <a:cubicBezTo>
                    <a:pt x="8850" y="3482"/>
                    <a:pt x="9287" y="2809"/>
                    <a:pt x="9287" y="2032"/>
                  </a:cubicBezTo>
                  <a:cubicBezTo>
                    <a:pt x="9287" y="910"/>
                    <a:pt x="8376" y="1"/>
                    <a:pt x="7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BLANK_1_2_2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 txBox="1">
            <a:spLocks noGrp="1"/>
          </p:cNvSpPr>
          <p:nvPr>
            <p:ph type="subTitle" idx="1"/>
          </p:nvPr>
        </p:nvSpPr>
        <p:spPr>
          <a:xfrm>
            <a:off x="4572000" y="2470025"/>
            <a:ext cx="38520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0"/>
          <p:cNvSpPr txBox="1">
            <a:spLocks noGrp="1"/>
          </p:cNvSpPr>
          <p:nvPr>
            <p:ph type="title"/>
          </p:nvPr>
        </p:nvSpPr>
        <p:spPr>
          <a:xfrm>
            <a:off x="4572000" y="1876050"/>
            <a:ext cx="3852000" cy="6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78" name="Google Shape;278;p20"/>
          <p:cNvGrpSpPr/>
          <p:nvPr/>
        </p:nvGrpSpPr>
        <p:grpSpPr>
          <a:xfrm>
            <a:off x="294215" y="8"/>
            <a:ext cx="8849795" cy="5143500"/>
            <a:chOff x="294215" y="8"/>
            <a:chExt cx="8849795" cy="5143500"/>
          </a:xfrm>
        </p:grpSpPr>
        <p:sp>
          <p:nvSpPr>
            <p:cNvPr id="279" name="Google Shape;279;p20"/>
            <p:cNvSpPr/>
            <p:nvPr/>
          </p:nvSpPr>
          <p:spPr>
            <a:xfrm>
              <a:off x="8542695" y="3101316"/>
              <a:ext cx="347730" cy="370217"/>
            </a:xfrm>
            <a:custGeom>
              <a:avLst/>
              <a:gdLst/>
              <a:ahLst/>
              <a:cxnLst/>
              <a:rect l="l" t="t" r="r" b="b"/>
              <a:pathLst>
                <a:path w="12000" h="12776" extrusionOk="0">
                  <a:moveTo>
                    <a:pt x="781" y="0"/>
                  </a:moveTo>
                  <a:cubicBezTo>
                    <a:pt x="350" y="0"/>
                    <a:pt x="0" y="350"/>
                    <a:pt x="0" y="781"/>
                  </a:cubicBezTo>
                  <a:cubicBezTo>
                    <a:pt x="0" y="1213"/>
                    <a:pt x="350" y="1563"/>
                    <a:pt x="781" y="1563"/>
                  </a:cubicBezTo>
                  <a:lnTo>
                    <a:pt x="7161" y="1563"/>
                  </a:lnTo>
                  <a:cubicBezTo>
                    <a:pt x="8968" y="1563"/>
                    <a:pt x="10440" y="3033"/>
                    <a:pt x="10440" y="4842"/>
                  </a:cubicBezTo>
                  <a:cubicBezTo>
                    <a:pt x="10440" y="6650"/>
                    <a:pt x="8968" y="8121"/>
                    <a:pt x="7161" y="8121"/>
                  </a:cubicBezTo>
                  <a:lnTo>
                    <a:pt x="2329" y="8121"/>
                  </a:lnTo>
                  <a:cubicBezTo>
                    <a:pt x="1045" y="8121"/>
                    <a:pt x="1" y="9165"/>
                    <a:pt x="1" y="10448"/>
                  </a:cubicBezTo>
                  <a:cubicBezTo>
                    <a:pt x="1" y="11730"/>
                    <a:pt x="1045" y="12775"/>
                    <a:pt x="2329" y="12775"/>
                  </a:cubicBezTo>
                  <a:lnTo>
                    <a:pt x="7161" y="12775"/>
                  </a:lnTo>
                  <a:cubicBezTo>
                    <a:pt x="7591" y="12775"/>
                    <a:pt x="7941" y="12425"/>
                    <a:pt x="7941" y="11994"/>
                  </a:cubicBezTo>
                  <a:cubicBezTo>
                    <a:pt x="7941" y="11563"/>
                    <a:pt x="7591" y="11213"/>
                    <a:pt x="7161" y="11213"/>
                  </a:cubicBezTo>
                  <a:lnTo>
                    <a:pt x="2329" y="11213"/>
                  </a:lnTo>
                  <a:cubicBezTo>
                    <a:pt x="1905" y="11213"/>
                    <a:pt x="1561" y="10868"/>
                    <a:pt x="1561" y="10446"/>
                  </a:cubicBezTo>
                  <a:cubicBezTo>
                    <a:pt x="1561" y="10023"/>
                    <a:pt x="1906" y="9680"/>
                    <a:pt x="2329" y="9680"/>
                  </a:cubicBezTo>
                  <a:lnTo>
                    <a:pt x="7161" y="9680"/>
                  </a:lnTo>
                  <a:cubicBezTo>
                    <a:pt x="9830" y="9680"/>
                    <a:pt x="12000" y="7509"/>
                    <a:pt x="12000" y="4840"/>
                  </a:cubicBezTo>
                  <a:cubicBezTo>
                    <a:pt x="12000" y="2172"/>
                    <a:pt x="9830" y="0"/>
                    <a:pt x="7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5476399" y="8"/>
              <a:ext cx="388414" cy="868832"/>
            </a:xfrm>
            <a:custGeom>
              <a:avLst/>
              <a:gdLst/>
              <a:ahLst/>
              <a:cxnLst/>
              <a:rect l="l" t="t" r="r" b="b"/>
              <a:pathLst>
                <a:path w="13404" h="29983" extrusionOk="0">
                  <a:moveTo>
                    <a:pt x="1" y="1"/>
                  </a:moveTo>
                  <a:lnTo>
                    <a:pt x="1" y="23281"/>
                  </a:lnTo>
                  <a:cubicBezTo>
                    <a:pt x="1" y="26981"/>
                    <a:pt x="3000" y="29982"/>
                    <a:pt x="6701" y="29982"/>
                  </a:cubicBezTo>
                  <a:cubicBezTo>
                    <a:pt x="10403" y="29982"/>
                    <a:pt x="13403" y="26983"/>
                    <a:pt x="13402" y="23281"/>
                  </a:cubicBezTo>
                  <a:lnTo>
                    <a:pt x="134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" name="Google Shape;281;p20"/>
            <p:cNvGrpSpPr/>
            <p:nvPr/>
          </p:nvGrpSpPr>
          <p:grpSpPr>
            <a:xfrm>
              <a:off x="8166223" y="3904749"/>
              <a:ext cx="977788" cy="1238759"/>
              <a:chOff x="227223" y="1681074"/>
              <a:chExt cx="977788" cy="1238759"/>
            </a:xfrm>
          </p:grpSpPr>
          <p:sp>
            <p:nvSpPr>
              <p:cNvPr id="282" name="Google Shape;282;p20"/>
              <p:cNvSpPr/>
              <p:nvPr/>
            </p:nvSpPr>
            <p:spPr>
              <a:xfrm>
                <a:off x="283700" y="1737638"/>
                <a:ext cx="864805" cy="1168054"/>
              </a:xfrm>
              <a:custGeom>
                <a:avLst/>
                <a:gdLst/>
                <a:ahLst/>
                <a:cxnLst/>
                <a:rect l="l" t="t" r="r" b="b"/>
                <a:pathLst>
                  <a:path w="29844" h="40309" extrusionOk="0">
                    <a:moveTo>
                      <a:pt x="14922" y="0"/>
                    </a:moveTo>
                    <a:cubicBezTo>
                      <a:pt x="6694" y="0"/>
                      <a:pt x="0" y="6694"/>
                      <a:pt x="0" y="14921"/>
                    </a:cubicBezTo>
                    <a:lnTo>
                      <a:pt x="0" y="40308"/>
                    </a:lnTo>
                    <a:lnTo>
                      <a:pt x="976" y="40308"/>
                    </a:lnTo>
                    <a:lnTo>
                      <a:pt x="976" y="14921"/>
                    </a:lnTo>
                    <a:cubicBezTo>
                      <a:pt x="976" y="7232"/>
                      <a:pt x="7233" y="976"/>
                      <a:pt x="14923" y="976"/>
                    </a:cubicBezTo>
                    <a:cubicBezTo>
                      <a:pt x="22612" y="976"/>
                      <a:pt x="28868" y="7232"/>
                      <a:pt x="28868" y="14921"/>
                    </a:cubicBezTo>
                    <a:lnTo>
                      <a:pt x="28868" y="40308"/>
                    </a:lnTo>
                    <a:lnTo>
                      <a:pt x="29843" y="40308"/>
                    </a:lnTo>
                    <a:lnTo>
                      <a:pt x="29843" y="14921"/>
                    </a:lnTo>
                    <a:cubicBezTo>
                      <a:pt x="29843" y="6694"/>
                      <a:pt x="23149" y="0"/>
                      <a:pt x="149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0"/>
              <p:cNvSpPr/>
              <p:nvPr/>
            </p:nvSpPr>
            <p:spPr>
              <a:xfrm>
                <a:off x="227223" y="1681074"/>
                <a:ext cx="977788" cy="1238759"/>
              </a:xfrm>
              <a:custGeom>
                <a:avLst/>
                <a:gdLst/>
                <a:ahLst/>
                <a:cxnLst/>
                <a:rect l="l" t="t" r="r" b="b"/>
                <a:pathLst>
                  <a:path w="33743" h="42749" extrusionOk="0">
                    <a:moveTo>
                      <a:pt x="16871" y="976"/>
                    </a:moveTo>
                    <a:cubicBezTo>
                      <a:pt x="25637" y="976"/>
                      <a:pt x="32767" y="8108"/>
                      <a:pt x="32767" y="16873"/>
                    </a:cubicBezTo>
                    <a:lnTo>
                      <a:pt x="32767" y="41773"/>
                    </a:lnTo>
                    <a:lnTo>
                      <a:pt x="29841" y="41773"/>
                    </a:lnTo>
                    <a:lnTo>
                      <a:pt x="29841" y="16873"/>
                    </a:lnTo>
                    <a:cubicBezTo>
                      <a:pt x="29841" y="9721"/>
                      <a:pt x="24022" y="3903"/>
                      <a:pt x="16871" y="3903"/>
                    </a:cubicBezTo>
                    <a:cubicBezTo>
                      <a:pt x="9719" y="3903"/>
                      <a:pt x="3901" y="9721"/>
                      <a:pt x="3901" y="16873"/>
                    </a:cubicBezTo>
                    <a:lnTo>
                      <a:pt x="3901" y="41773"/>
                    </a:lnTo>
                    <a:lnTo>
                      <a:pt x="976" y="41773"/>
                    </a:lnTo>
                    <a:lnTo>
                      <a:pt x="976" y="16873"/>
                    </a:lnTo>
                    <a:cubicBezTo>
                      <a:pt x="976" y="8109"/>
                      <a:pt x="8104" y="976"/>
                      <a:pt x="16871" y="976"/>
                    </a:cubicBezTo>
                    <a:close/>
                    <a:moveTo>
                      <a:pt x="16872" y="1"/>
                    </a:moveTo>
                    <a:cubicBezTo>
                      <a:pt x="7567" y="1"/>
                      <a:pt x="0" y="7571"/>
                      <a:pt x="0" y="16873"/>
                    </a:cubicBezTo>
                    <a:lnTo>
                      <a:pt x="0" y="42746"/>
                    </a:lnTo>
                    <a:lnTo>
                      <a:pt x="4877" y="42746"/>
                    </a:lnTo>
                    <a:lnTo>
                      <a:pt x="4877" y="16873"/>
                    </a:lnTo>
                    <a:cubicBezTo>
                      <a:pt x="4877" y="10258"/>
                      <a:pt x="10256" y="4878"/>
                      <a:pt x="16870" y="4878"/>
                    </a:cubicBezTo>
                    <a:cubicBezTo>
                      <a:pt x="23485" y="4878"/>
                      <a:pt x="28865" y="10258"/>
                      <a:pt x="28865" y="16873"/>
                    </a:cubicBezTo>
                    <a:lnTo>
                      <a:pt x="28865" y="42748"/>
                    </a:lnTo>
                    <a:lnTo>
                      <a:pt x="33743" y="42748"/>
                    </a:lnTo>
                    <a:lnTo>
                      <a:pt x="33743" y="16873"/>
                    </a:lnTo>
                    <a:cubicBezTo>
                      <a:pt x="33743" y="7571"/>
                      <a:pt x="26176" y="1"/>
                      <a:pt x="168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4" name="Google Shape;284;p20"/>
            <p:cNvSpPr/>
            <p:nvPr/>
          </p:nvSpPr>
          <p:spPr>
            <a:xfrm>
              <a:off x="6866672" y="4759916"/>
              <a:ext cx="639331" cy="383575"/>
            </a:xfrm>
            <a:custGeom>
              <a:avLst/>
              <a:gdLst/>
              <a:ahLst/>
              <a:cxnLst/>
              <a:rect l="l" t="t" r="r" b="b"/>
              <a:pathLst>
                <a:path w="22063" h="13237" extrusionOk="0">
                  <a:moveTo>
                    <a:pt x="11031" y="0"/>
                  </a:moveTo>
                  <a:cubicBezTo>
                    <a:pt x="4940" y="0"/>
                    <a:pt x="0" y="4939"/>
                    <a:pt x="0" y="11030"/>
                  </a:cubicBezTo>
                  <a:lnTo>
                    <a:pt x="0" y="13237"/>
                  </a:lnTo>
                  <a:lnTo>
                    <a:pt x="22062" y="13237"/>
                  </a:lnTo>
                  <a:lnTo>
                    <a:pt x="22062" y="11030"/>
                  </a:lnTo>
                  <a:cubicBezTo>
                    <a:pt x="22062" y="4939"/>
                    <a:pt x="17123" y="0"/>
                    <a:pt x="11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362436" y="10"/>
              <a:ext cx="9765" cy="1011720"/>
            </a:xfrm>
            <a:custGeom>
              <a:avLst/>
              <a:gdLst/>
              <a:ahLst/>
              <a:cxnLst/>
              <a:rect l="l" t="t" r="r" b="b"/>
              <a:pathLst>
                <a:path w="337" h="34914" extrusionOk="0">
                  <a:moveTo>
                    <a:pt x="1" y="0"/>
                  </a:moveTo>
                  <a:lnTo>
                    <a:pt x="1" y="34914"/>
                  </a:lnTo>
                  <a:lnTo>
                    <a:pt x="336" y="34914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294215" y="2408778"/>
              <a:ext cx="146191" cy="427273"/>
            </a:xfrm>
            <a:custGeom>
              <a:avLst/>
              <a:gdLst/>
              <a:ahLst/>
              <a:cxnLst/>
              <a:rect l="l" t="t" r="r" b="b"/>
              <a:pathLst>
                <a:path w="5045" h="14745" extrusionOk="0">
                  <a:moveTo>
                    <a:pt x="2523" y="1"/>
                  </a:moveTo>
                  <a:cubicBezTo>
                    <a:pt x="1130" y="1"/>
                    <a:pt x="1" y="1130"/>
                    <a:pt x="1" y="2523"/>
                  </a:cubicBezTo>
                  <a:cubicBezTo>
                    <a:pt x="1" y="3723"/>
                    <a:pt x="840" y="4724"/>
                    <a:pt x="1962" y="4980"/>
                  </a:cubicBezTo>
                  <a:cubicBezTo>
                    <a:pt x="840" y="5235"/>
                    <a:pt x="1" y="6237"/>
                    <a:pt x="1" y="7438"/>
                  </a:cubicBezTo>
                  <a:cubicBezTo>
                    <a:pt x="1" y="8552"/>
                    <a:pt x="727" y="9497"/>
                    <a:pt x="1729" y="9830"/>
                  </a:cubicBezTo>
                  <a:cubicBezTo>
                    <a:pt x="725" y="10163"/>
                    <a:pt x="1" y="11107"/>
                    <a:pt x="1" y="12222"/>
                  </a:cubicBezTo>
                  <a:cubicBezTo>
                    <a:pt x="1" y="13615"/>
                    <a:pt x="1130" y="14744"/>
                    <a:pt x="2523" y="14744"/>
                  </a:cubicBezTo>
                  <a:cubicBezTo>
                    <a:pt x="3915" y="14744"/>
                    <a:pt x="5044" y="13615"/>
                    <a:pt x="5044" y="12222"/>
                  </a:cubicBezTo>
                  <a:cubicBezTo>
                    <a:pt x="5044" y="11107"/>
                    <a:pt x="4320" y="10162"/>
                    <a:pt x="3316" y="9830"/>
                  </a:cubicBezTo>
                  <a:cubicBezTo>
                    <a:pt x="4320" y="9497"/>
                    <a:pt x="5044" y="8553"/>
                    <a:pt x="5044" y="7438"/>
                  </a:cubicBezTo>
                  <a:cubicBezTo>
                    <a:pt x="5044" y="6237"/>
                    <a:pt x="4206" y="5235"/>
                    <a:pt x="3083" y="4980"/>
                  </a:cubicBezTo>
                  <a:cubicBezTo>
                    <a:pt x="4206" y="4724"/>
                    <a:pt x="5044" y="3723"/>
                    <a:pt x="5044" y="2523"/>
                  </a:cubicBezTo>
                  <a:cubicBezTo>
                    <a:pt x="5044" y="1130"/>
                    <a:pt x="3915" y="1"/>
                    <a:pt x="2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362649" y="4603494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2_1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 txBox="1">
            <a:spLocks noGrp="1"/>
          </p:cNvSpPr>
          <p:nvPr>
            <p:ph type="subTitle" idx="1"/>
          </p:nvPr>
        </p:nvSpPr>
        <p:spPr>
          <a:xfrm>
            <a:off x="720048" y="2024700"/>
            <a:ext cx="3571800" cy="1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4"/>
          <p:cNvSpPr txBox="1">
            <a:spLocks noGrp="1"/>
          </p:cNvSpPr>
          <p:nvPr>
            <p:ph type="subTitle" idx="2"/>
          </p:nvPr>
        </p:nvSpPr>
        <p:spPr>
          <a:xfrm>
            <a:off x="4852152" y="2024700"/>
            <a:ext cx="3571800" cy="1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4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22" name="Google Shape;322;p24"/>
          <p:cNvGrpSpPr/>
          <p:nvPr/>
        </p:nvGrpSpPr>
        <p:grpSpPr>
          <a:xfrm>
            <a:off x="264154" y="-6"/>
            <a:ext cx="8879839" cy="5143497"/>
            <a:chOff x="264154" y="-6"/>
            <a:chExt cx="8879839" cy="5143497"/>
          </a:xfrm>
        </p:grpSpPr>
        <p:sp>
          <p:nvSpPr>
            <p:cNvPr id="323" name="Google Shape;323;p24"/>
            <p:cNvSpPr/>
            <p:nvPr/>
          </p:nvSpPr>
          <p:spPr>
            <a:xfrm>
              <a:off x="264154" y="2253293"/>
              <a:ext cx="186673" cy="386357"/>
            </a:xfrm>
            <a:custGeom>
              <a:avLst/>
              <a:gdLst/>
              <a:ahLst/>
              <a:cxnLst/>
              <a:rect l="l" t="t" r="r" b="b"/>
              <a:pathLst>
                <a:path w="6442" h="13333" extrusionOk="0">
                  <a:moveTo>
                    <a:pt x="3221" y="1"/>
                  </a:moveTo>
                  <a:cubicBezTo>
                    <a:pt x="1442" y="1"/>
                    <a:pt x="0" y="1442"/>
                    <a:pt x="0" y="3221"/>
                  </a:cubicBezTo>
                  <a:lnTo>
                    <a:pt x="0" y="10112"/>
                  </a:lnTo>
                  <a:cubicBezTo>
                    <a:pt x="0" y="11890"/>
                    <a:pt x="1442" y="13332"/>
                    <a:pt x="3221" y="13332"/>
                  </a:cubicBezTo>
                  <a:cubicBezTo>
                    <a:pt x="4999" y="13332"/>
                    <a:pt x="6441" y="11890"/>
                    <a:pt x="6441" y="10112"/>
                  </a:cubicBezTo>
                  <a:lnTo>
                    <a:pt x="6441" y="3221"/>
                  </a:lnTo>
                  <a:cubicBezTo>
                    <a:pt x="6441" y="1442"/>
                    <a:pt x="4999" y="1"/>
                    <a:pt x="3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8785019" y="361932"/>
              <a:ext cx="358973" cy="431823"/>
            </a:xfrm>
            <a:custGeom>
              <a:avLst/>
              <a:gdLst/>
              <a:ahLst/>
              <a:cxnLst/>
              <a:rect l="l" t="t" r="r" b="b"/>
              <a:pathLst>
                <a:path w="12388" h="14902" extrusionOk="0">
                  <a:moveTo>
                    <a:pt x="5035" y="0"/>
                  </a:moveTo>
                  <a:cubicBezTo>
                    <a:pt x="4605" y="0"/>
                    <a:pt x="4255" y="350"/>
                    <a:pt x="4255" y="782"/>
                  </a:cubicBezTo>
                  <a:cubicBezTo>
                    <a:pt x="4255" y="3344"/>
                    <a:pt x="6339" y="5428"/>
                    <a:pt x="8901" y="5428"/>
                  </a:cubicBezTo>
                  <a:lnTo>
                    <a:pt x="10253" y="5428"/>
                  </a:lnTo>
                  <a:cubicBezTo>
                    <a:pt x="10569" y="5428"/>
                    <a:pt x="10827" y="5684"/>
                    <a:pt x="10827" y="6001"/>
                  </a:cubicBezTo>
                  <a:cubicBezTo>
                    <a:pt x="10827" y="6317"/>
                    <a:pt x="10569" y="6574"/>
                    <a:pt x="10253" y="6574"/>
                  </a:cubicBezTo>
                  <a:lnTo>
                    <a:pt x="4164" y="6574"/>
                  </a:lnTo>
                  <a:cubicBezTo>
                    <a:pt x="1869" y="6574"/>
                    <a:pt x="1" y="8441"/>
                    <a:pt x="1" y="10737"/>
                  </a:cubicBezTo>
                  <a:cubicBezTo>
                    <a:pt x="1" y="13033"/>
                    <a:pt x="1869" y="14901"/>
                    <a:pt x="4164" y="14901"/>
                  </a:cubicBezTo>
                  <a:lnTo>
                    <a:pt x="8660" y="14901"/>
                  </a:lnTo>
                  <a:cubicBezTo>
                    <a:pt x="9092" y="14901"/>
                    <a:pt x="9442" y="14551"/>
                    <a:pt x="9443" y="14118"/>
                  </a:cubicBezTo>
                  <a:cubicBezTo>
                    <a:pt x="9443" y="13687"/>
                    <a:pt x="9093" y="13338"/>
                    <a:pt x="8662" y="13338"/>
                  </a:cubicBezTo>
                  <a:lnTo>
                    <a:pt x="4166" y="13338"/>
                  </a:lnTo>
                  <a:cubicBezTo>
                    <a:pt x="2731" y="13338"/>
                    <a:pt x="1564" y="12171"/>
                    <a:pt x="1564" y="10736"/>
                  </a:cubicBezTo>
                  <a:cubicBezTo>
                    <a:pt x="1564" y="9301"/>
                    <a:pt x="2731" y="8134"/>
                    <a:pt x="4166" y="8134"/>
                  </a:cubicBezTo>
                  <a:lnTo>
                    <a:pt x="10255" y="8134"/>
                  </a:lnTo>
                  <a:cubicBezTo>
                    <a:pt x="11431" y="8134"/>
                    <a:pt x="12388" y="7178"/>
                    <a:pt x="12388" y="6001"/>
                  </a:cubicBezTo>
                  <a:cubicBezTo>
                    <a:pt x="12388" y="4824"/>
                    <a:pt x="11432" y="3867"/>
                    <a:pt x="10255" y="3867"/>
                  </a:cubicBezTo>
                  <a:lnTo>
                    <a:pt x="8902" y="3867"/>
                  </a:lnTo>
                  <a:cubicBezTo>
                    <a:pt x="7199" y="3867"/>
                    <a:pt x="5816" y="2482"/>
                    <a:pt x="5816" y="782"/>
                  </a:cubicBezTo>
                  <a:cubicBezTo>
                    <a:pt x="5816" y="350"/>
                    <a:pt x="5467" y="0"/>
                    <a:pt x="5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8482070" y="4817148"/>
              <a:ext cx="172213" cy="156884"/>
            </a:xfrm>
            <a:custGeom>
              <a:avLst/>
              <a:gdLst/>
              <a:ahLst/>
              <a:cxnLst/>
              <a:rect l="l" t="t" r="r" b="b"/>
              <a:pathLst>
                <a:path w="5943" h="5414" extrusionOk="0">
                  <a:moveTo>
                    <a:pt x="2972" y="0"/>
                  </a:moveTo>
                  <a:cubicBezTo>
                    <a:pt x="2279" y="0"/>
                    <a:pt x="1587" y="264"/>
                    <a:pt x="1058" y="793"/>
                  </a:cubicBezTo>
                  <a:cubicBezTo>
                    <a:pt x="1" y="1850"/>
                    <a:pt x="1" y="3563"/>
                    <a:pt x="1058" y="4620"/>
                  </a:cubicBezTo>
                  <a:cubicBezTo>
                    <a:pt x="1587" y="5149"/>
                    <a:pt x="2279" y="5413"/>
                    <a:pt x="2972" y="5413"/>
                  </a:cubicBezTo>
                  <a:cubicBezTo>
                    <a:pt x="3664" y="5413"/>
                    <a:pt x="4357" y="5149"/>
                    <a:pt x="4885" y="4620"/>
                  </a:cubicBezTo>
                  <a:cubicBezTo>
                    <a:pt x="5943" y="3563"/>
                    <a:pt x="5943" y="1850"/>
                    <a:pt x="4885" y="793"/>
                  </a:cubicBezTo>
                  <a:cubicBezTo>
                    <a:pt x="4357" y="264"/>
                    <a:pt x="3664" y="0"/>
                    <a:pt x="29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352619" y="3018605"/>
              <a:ext cx="9765" cy="1142409"/>
            </a:xfrm>
            <a:custGeom>
              <a:avLst/>
              <a:gdLst/>
              <a:ahLst/>
              <a:cxnLst/>
              <a:rect l="l" t="t" r="r" b="b"/>
              <a:pathLst>
                <a:path w="337" h="39424" extrusionOk="0">
                  <a:moveTo>
                    <a:pt x="1" y="1"/>
                  </a:moveTo>
                  <a:lnTo>
                    <a:pt x="1" y="39424"/>
                  </a:lnTo>
                  <a:lnTo>
                    <a:pt x="336" y="39424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594872" y="4759916"/>
              <a:ext cx="639331" cy="383575"/>
            </a:xfrm>
            <a:custGeom>
              <a:avLst/>
              <a:gdLst/>
              <a:ahLst/>
              <a:cxnLst/>
              <a:rect l="l" t="t" r="r" b="b"/>
              <a:pathLst>
                <a:path w="22063" h="13237" extrusionOk="0">
                  <a:moveTo>
                    <a:pt x="11031" y="0"/>
                  </a:moveTo>
                  <a:cubicBezTo>
                    <a:pt x="4940" y="0"/>
                    <a:pt x="0" y="4939"/>
                    <a:pt x="0" y="11030"/>
                  </a:cubicBezTo>
                  <a:lnTo>
                    <a:pt x="0" y="13237"/>
                  </a:lnTo>
                  <a:lnTo>
                    <a:pt x="22062" y="13237"/>
                  </a:lnTo>
                  <a:lnTo>
                    <a:pt x="22062" y="11030"/>
                  </a:lnTo>
                  <a:cubicBezTo>
                    <a:pt x="22062" y="4939"/>
                    <a:pt x="17123" y="0"/>
                    <a:pt x="11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8584499" y="2300048"/>
              <a:ext cx="275286" cy="271693"/>
            </a:xfrm>
            <a:custGeom>
              <a:avLst/>
              <a:gdLst/>
              <a:ahLst/>
              <a:cxnLst/>
              <a:rect l="l" t="t" r="r" b="b"/>
              <a:pathLst>
                <a:path w="9500" h="9376" extrusionOk="0">
                  <a:moveTo>
                    <a:pt x="4931" y="1"/>
                  </a:moveTo>
                  <a:cubicBezTo>
                    <a:pt x="3810" y="1"/>
                    <a:pt x="2899" y="910"/>
                    <a:pt x="2899" y="2032"/>
                  </a:cubicBezTo>
                  <a:cubicBezTo>
                    <a:pt x="2899" y="2494"/>
                    <a:pt x="3056" y="2918"/>
                    <a:pt x="3314" y="3258"/>
                  </a:cubicBezTo>
                  <a:lnTo>
                    <a:pt x="3059" y="3258"/>
                  </a:lnTo>
                  <a:cubicBezTo>
                    <a:pt x="1370" y="3258"/>
                    <a:pt x="1" y="4627"/>
                    <a:pt x="1" y="6316"/>
                  </a:cubicBezTo>
                  <a:cubicBezTo>
                    <a:pt x="1" y="8006"/>
                    <a:pt x="1370" y="9376"/>
                    <a:pt x="3059" y="9376"/>
                  </a:cubicBezTo>
                  <a:lnTo>
                    <a:pt x="6439" y="9376"/>
                  </a:lnTo>
                  <a:cubicBezTo>
                    <a:pt x="8128" y="9376"/>
                    <a:pt x="9499" y="8006"/>
                    <a:pt x="9499" y="6316"/>
                  </a:cubicBezTo>
                  <a:cubicBezTo>
                    <a:pt x="9500" y="5288"/>
                    <a:pt x="8989" y="4379"/>
                    <a:pt x="8210" y="3824"/>
                  </a:cubicBezTo>
                  <a:cubicBezTo>
                    <a:pt x="8850" y="3482"/>
                    <a:pt x="9287" y="2809"/>
                    <a:pt x="9287" y="2032"/>
                  </a:cubicBezTo>
                  <a:cubicBezTo>
                    <a:pt x="9287" y="910"/>
                    <a:pt x="8376" y="1"/>
                    <a:pt x="7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8622616" y="1713610"/>
              <a:ext cx="445935" cy="445964"/>
            </a:xfrm>
            <a:custGeom>
              <a:avLst/>
              <a:gdLst/>
              <a:ahLst/>
              <a:cxnLst/>
              <a:rect l="l" t="t" r="r" b="b"/>
              <a:pathLst>
                <a:path w="15389" h="15390" extrusionOk="0">
                  <a:moveTo>
                    <a:pt x="0" y="1"/>
                  </a:moveTo>
                  <a:lnTo>
                    <a:pt x="24" y="24"/>
                  </a:lnTo>
                  <a:lnTo>
                    <a:pt x="0" y="24"/>
                  </a:lnTo>
                  <a:lnTo>
                    <a:pt x="0" y="3435"/>
                  </a:lnTo>
                  <a:cubicBezTo>
                    <a:pt x="0" y="4384"/>
                    <a:pt x="770" y="5153"/>
                    <a:pt x="1719" y="5153"/>
                  </a:cubicBezTo>
                  <a:lnTo>
                    <a:pt x="3427" y="5153"/>
                  </a:lnTo>
                  <a:cubicBezTo>
                    <a:pt x="4379" y="5153"/>
                    <a:pt x="5150" y="5927"/>
                    <a:pt x="5146" y="6879"/>
                  </a:cubicBezTo>
                  <a:lnTo>
                    <a:pt x="5138" y="8555"/>
                  </a:lnTo>
                  <a:cubicBezTo>
                    <a:pt x="5135" y="9507"/>
                    <a:pt x="5905" y="10281"/>
                    <a:pt x="6857" y="10281"/>
                  </a:cubicBezTo>
                  <a:lnTo>
                    <a:pt x="8540" y="10281"/>
                  </a:lnTo>
                  <a:cubicBezTo>
                    <a:pt x="9490" y="10281"/>
                    <a:pt x="10259" y="11050"/>
                    <a:pt x="10259" y="12000"/>
                  </a:cubicBezTo>
                  <a:lnTo>
                    <a:pt x="10259" y="13671"/>
                  </a:lnTo>
                  <a:cubicBezTo>
                    <a:pt x="10259" y="14621"/>
                    <a:pt x="11028" y="15390"/>
                    <a:pt x="11978" y="15390"/>
                  </a:cubicBezTo>
                  <a:lnTo>
                    <a:pt x="13669" y="15390"/>
                  </a:lnTo>
                  <a:cubicBezTo>
                    <a:pt x="14619" y="15390"/>
                    <a:pt x="15388" y="14621"/>
                    <a:pt x="15388" y="13671"/>
                  </a:cubicBezTo>
                  <a:lnTo>
                    <a:pt x="15388" y="10260"/>
                  </a:lnTo>
                  <a:lnTo>
                    <a:pt x="15388" y="1720"/>
                  </a:lnTo>
                  <a:cubicBezTo>
                    <a:pt x="15388" y="770"/>
                    <a:pt x="14619" y="1"/>
                    <a:pt x="136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284403" y="4389865"/>
              <a:ext cx="146191" cy="427273"/>
            </a:xfrm>
            <a:custGeom>
              <a:avLst/>
              <a:gdLst/>
              <a:ahLst/>
              <a:cxnLst/>
              <a:rect l="l" t="t" r="r" b="b"/>
              <a:pathLst>
                <a:path w="5045" h="14745" extrusionOk="0">
                  <a:moveTo>
                    <a:pt x="2523" y="1"/>
                  </a:moveTo>
                  <a:cubicBezTo>
                    <a:pt x="1130" y="1"/>
                    <a:pt x="1" y="1130"/>
                    <a:pt x="1" y="2523"/>
                  </a:cubicBezTo>
                  <a:cubicBezTo>
                    <a:pt x="1" y="3723"/>
                    <a:pt x="840" y="4724"/>
                    <a:pt x="1962" y="4980"/>
                  </a:cubicBezTo>
                  <a:cubicBezTo>
                    <a:pt x="840" y="5235"/>
                    <a:pt x="1" y="6237"/>
                    <a:pt x="1" y="7438"/>
                  </a:cubicBezTo>
                  <a:cubicBezTo>
                    <a:pt x="1" y="8552"/>
                    <a:pt x="727" y="9497"/>
                    <a:pt x="1729" y="9830"/>
                  </a:cubicBezTo>
                  <a:cubicBezTo>
                    <a:pt x="725" y="10163"/>
                    <a:pt x="1" y="11107"/>
                    <a:pt x="1" y="12222"/>
                  </a:cubicBezTo>
                  <a:cubicBezTo>
                    <a:pt x="1" y="13615"/>
                    <a:pt x="1130" y="14744"/>
                    <a:pt x="2523" y="14744"/>
                  </a:cubicBezTo>
                  <a:cubicBezTo>
                    <a:pt x="3915" y="14744"/>
                    <a:pt x="5044" y="13615"/>
                    <a:pt x="5044" y="12222"/>
                  </a:cubicBezTo>
                  <a:cubicBezTo>
                    <a:pt x="5044" y="11107"/>
                    <a:pt x="4320" y="10162"/>
                    <a:pt x="3316" y="9830"/>
                  </a:cubicBezTo>
                  <a:cubicBezTo>
                    <a:pt x="4320" y="9497"/>
                    <a:pt x="5044" y="8553"/>
                    <a:pt x="5044" y="7438"/>
                  </a:cubicBezTo>
                  <a:cubicBezTo>
                    <a:pt x="5044" y="6237"/>
                    <a:pt x="4206" y="5235"/>
                    <a:pt x="3083" y="4980"/>
                  </a:cubicBezTo>
                  <a:cubicBezTo>
                    <a:pt x="4206" y="4724"/>
                    <a:pt x="5044" y="3723"/>
                    <a:pt x="5044" y="2523"/>
                  </a:cubicBezTo>
                  <a:cubicBezTo>
                    <a:pt x="5044" y="1130"/>
                    <a:pt x="3915" y="1"/>
                    <a:pt x="2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8717474" y="-6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2_1_1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25"/>
          <p:cNvGrpSpPr/>
          <p:nvPr/>
        </p:nvGrpSpPr>
        <p:grpSpPr>
          <a:xfrm>
            <a:off x="264154" y="-6"/>
            <a:ext cx="8879839" cy="5143497"/>
            <a:chOff x="264154" y="-6"/>
            <a:chExt cx="8879839" cy="5143497"/>
          </a:xfrm>
        </p:grpSpPr>
        <p:sp>
          <p:nvSpPr>
            <p:cNvPr id="334" name="Google Shape;334;p25"/>
            <p:cNvSpPr/>
            <p:nvPr/>
          </p:nvSpPr>
          <p:spPr>
            <a:xfrm>
              <a:off x="264154" y="2253293"/>
              <a:ext cx="186673" cy="386357"/>
            </a:xfrm>
            <a:custGeom>
              <a:avLst/>
              <a:gdLst/>
              <a:ahLst/>
              <a:cxnLst/>
              <a:rect l="l" t="t" r="r" b="b"/>
              <a:pathLst>
                <a:path w="6442" h="13333" extrusionOk="0">
                  <a:moveTo>
                    <a:pt x="3221" y="1"/>
                  </a:moveTo>
                  <a:cubicBezTo>
                    <a:pt x="1442" y="1"/>
                    <a:pt x="0" y="1442"/>
                    <a:pt x="0" y="3221"/>
                  </a:cubicBezTo>
                  <a:lnTo>
                    <a:pt x="0" y="10112"/>
                  </a:lnTo>
                  <a:cubicBezTo>
                    <a:pt x="0" y="11890"/>
                    <a:pt x="1442" y="13332"/>
                    <a:pt x="3221" y="13332"/>
                  </a:cubicBezTo>
                  <a:cubicBezTo>
                    <a:pt x="4999" y="13332"/>
                    <a:pt x="6441" y="11890"/>
                    <a:pt x="6441" y="10112"/>
                  </a:cubicBezTo>
                  <a:lnTo>
                    <a:pt x="6441" y="3221"/>
                  </a:lnTo>
                  <a:cubicBezTo>
                    <a:pt x="6441" y="1442"/>
                    <a:pt x="4999" y="1"/>
                    <a:pt x="3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8785019" y="361932"/>
              <a:ext cx="358973" cy="431823"/>
            </a:xfrm>
            <a:custGeom>
              <a:avLst/>
              <a:gdLst/>
              <a:ahLst/>
              <a:cxnLst/>
              <a:rect l="l" t="t" r="r" b="b"/>
              <a:pathLst>
                <a:path w="12388" h="14902" extrusionOk="0">
                  <a:moveTo>
                    <a:pt x="5035" y="0"/>
                  </a:moveTo>
                  <a:cubicBezTo>
                    <a:pt x="4605" y="0"/>
                    <a:pt x="4255" y="350"/>
                    <a:pt x="4255" y="782"/>
                  </a:cubicBezTo>
                  <a:cubicBezTo>
                    <a:pt x="4255" y="3344"/>
                    <a:pt x="6339" y="5428"/>
                    <a:pt x="8901" y="5428"/>
                  </a:cubicBezTo>
                  <a:lnTo>
                    <a:pt x="10253" y="5428"/>
                  </a:lnTo>
                  <a:cubicBezTo>
                    <a:pt x="10569" y="5428"/>
                    <a:pt x="10827" y="5684"/>
                    <a:pt x="10827" y="6001"/>
                  </a:cubicBezTo>
                  <a:cubicBezTo>
                    <a:pt x="10827" y="6317"/>
                    <a:pt x="10569" y="6574"/>
                    <a:pt x="10253" y="6574"/>
                  </a:cubicBezTo>
                  <a:lnTo>
                    <a:pt x="4164" y="6574"/>
                  </a:lnTo>
                  <a:cubicBezTo>
                    <a:pt x="1869" y="6574"/>
                    <a:pt x="1" y="8441"/>
                    <a:pt x="1" y="10737"/>
                  </a:cubicBezTo>
                  <a:cubicBezTo>
                    <a:pt x="1" y="13033"/>
                    <a:pt x="1869" y="14901"/>
                    <a:pt x="4164" y="14901"/>
                  </a:cubicBezTo>
                  <a:lnTo>
                    <a:pt x="8660" y="14901"/>
                  </a:lnTo>
                  <a:cubicBezTo>
                    <a:pt x="9092" y="14901"/>
                    <a:pt x="9442" y="14551"/>
                    <a:pt x="9443" y="14118"/>
                  </a:cubicBezTo>
                  <a:cubicBezTo>
                    <a:pt x="9443" y="13687"/>
                    <a:pt x="9093" y="13338"/>
                    <a:pt x="8662" y="13338"/>
                  </a:cubicBezTo>
                  <a:lnTo>
                    <a:pt x="4166" y="13338"/>
                  </a:lnTo>
                  <a:cubicBezTo>
                    <a:pt x="2731" y="13338"/>
                    <a:pt x="1564" y="12171"/>
                    <a:pt x="1564" y="10736"/>
                  </a:cubicBezTo>
                  <a:cubicBezTo>
                    <a:pt x="1564" y="9301"/>
                    <a:pt x="2731" y="8134"/>
                    <a:pt x="4166" y="8134"/>
                  </a:cubicBezTo>
                  <a:lnTo>
                    <a:pt x="10255" y="8134"/>
                  </a:lnTo>
                  <a:cubicBezTo>
                    <a:pt x="11431" y="8134"/>
                    <a:pt x="12388" y="7178"/>
                    <a:pt x="12388" y="6001"/>
                  </a:cubicBezTo>
                  <a:cubicBezTo>
                    <a:pt x="12388" y="4824"/>
                    <a:pt x="11432" y="3867"/>
                    <a:pt x="10255" y="3867"/>
                  </a:cubicBezTo>
                  <a:lnTo>
                    <a:pt x="8902" y="3867"/>
                  </a:lnTo>
                  <a:cubicBezTo>
                    <a:pt x="7199" y="3867"/>
                    <a:pt x="5816" y="2482"/>
                    <a:pt x="5816" y="782"/>
                  </a:cubicBezTo>
                  <a:cubicBezTo>
                    <a:pt x="5816" y="350"/>
                    <a:pt x="5467" y="0"/>
                    <a:pt x="5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8482070" y="4817148"/>
              <a:ext cx="172213" cy="156884"/>
            </a:xfrm>
            <a:custGeom>
              <a:avLst/>
              <a:gdLst/>
              <a:ahLst/>
              <a:cxnLst/>
              <a:rect l="l" t="t" r="r" b="b"/>
              <a:pathLst>
                <a:path w="5943" h="5414" extrusionOk="0">
                  <a:moveTo>
                    <a:pt x="2972" y="0"/>
                  </a:moveTo>
                  <a:cubicBezTo>
                    <a:pt x="2279" y="0"/>
                    <a:pt x="1587" y="264"/>
                    <a:pt x="1058" y="793"/>
                  </a:cubicBezTo>
                  <a:cubicBezTo>
                    <a:pt x="1" y="1850"/>
                    <a:pt x="1" y="3563"/>
                    <a:pt x="1058" y="4620"/>
                  </a:cubicBezTo>
                  <a:cubicBezTo>
                    <a:pt x="1587" y="5149"/>
                    <a:pt x="2279" y="5413"/>
                    <a:pt x="2972" y="5413"/>
                  </a:cubicBezTo>
                  <a:cubicBezTo>
                    <a:pt x="3664" y="5413"/>
                    <a:pt x="4357" y="5149"/>
                    <a:pt x="4885" y="4620"/>
                  </a:cubicBezTo>
                  <a:cubicBezTo>
                    <a:pt x="5943" y="3563"/>
                    <a:pt x="5943" y="1850"/>
                    <a:pt x="4885" y="793"/>
                  </a:cubicBezTo>
                  <a:cubicBezTo>
                    <a:pt x="4357" y="264"/>
                    <a:pt x="3664" y="0"/>
                    <a:pt x="29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352619" y="3018605"/>
              <a:ext cx="9765" cy="1142409"/>
            </a:xfrm>
            <a:custGeom>
              <a:avLst/>
              <a:gdLst/>
              <a:ahLst/>
              <a:cxnLst/>
              <a:rect l="l" t="t" r="r" b="b"/>
              <a:pathLst>
                <a:path w="337" h="39424" extrusionOk="0">
                  <a:moveTo>
                    <a:pt x="1" y="1"/>
                  </a:moveTo>
                  <a:lnTo>
                    <a:pt x="1" y="39424"/>
                  </a:lnTo>
                  <a:lnTo>
                    <a:pt x="336" y="39424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594872" y="4759916"/>
              <a:ext cx="639331" cy="383575"/>
            </a:xfrm>
            <a:custGeom>
              <a:avLst/>
              <a:gdLst/>
              <a:ahLst/>
              <a:cxnLst/>
              <a:rect l="l" t="t" r="r" b="b"/>
              <a:pathLst>
                <a:path w="22063" h="13237" extrusionOk="0">
                  <a:moveTo>
                    <a:pt x="11031" y="0"/>
                  </a:moveTo>
                  <a:cubicBezTo>
                    <a:pt x="4940" y="0"/>
                    <a:pt x="0" y="4939"/>
                    <a:pt x="0" y="11030"/>
                  </a:cubicBezTo>
                  <a:lnTo>
                    <a:pt x="0" y="13237"/>
                  </a:lnTo>
                  <a:lnTo>
                    <a:pt x="22062" y="13237"/>
                  </a:lnTo>
                  <a:lnTo>
                    <a:pt x="22062" y="11030"/>
                  </a:lnTo>
                  <a:cubicBezTo>
                    <a:pt x="22062" y="4939"/>
                    <a:pt x="17123" y="0"/>
                    <a:pt x="11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8584499" y="2300048"/>
              <a:ext cx="275286" cy="271693"/>
            </a:xfrm>
            <a:custGeom>
              <a:avLst/>
              <a:gdLst/>
              <a:ahLst/>
              <a:cxnLst/>
              <a:rect l="l" t="t" r="r" b="b"/>
              <a:pathLst>
                <a:path w="9500" h="9376" extrusionOk="0">
                  <a:moveTo>
                    <a:pt x="4931" y="1"/>
                  </a:moveTo>
                  <a:cubicBezTo>
                    <a:pt x="3810" y="1"/>
                    <a:pt x="2899" y="910"/>
                    <a:pt x="2899" y="2032"/>
                  </a:cubicBezTo>
                  <a:cubicBezTo>
                    <a:pt x="2899" y="2494"/>
                    <a:pt x="3056" y="2918"/>
                    <a:pt x="3314" y="3258"/>
                  </a:cubicBezTo>
                  <a:lnTo>
                    <a:pt x="3059" y="3258"/>
                  </a:lnTo>
                  <a:cubicBezTo>
                    <a:pt x="1370" y="3258"/>
                    <a:pt x="1" y="4627"/>
                    <a:pt x="1" y="6316"/>
                  </a:cubicBezTo>
                  <a:cubicBezTo>
                    <a:pt x="1" y="8006"/>
                    <a:pt x="1370" y="9376"/>
                    <a:pt x="3059" y="9376"/>
                  </a:cubicBezTo>
                  <a:lnTo>
                    <a:pt x="6439" y="9376"/>
                  </a:lnTo>
                  <a:cubicBezTo>
                    <a:pt x="8128" y="9376"/>
                    <a:pt x="9499" y="8006"/>
                    <a:pt x="9499" y="6316"/>
                  </a:cubicBezTo>
                  <a:cubicBezTo>
                    <a:pt x="9500" y="5288"/>
                    <a:pt x="8989" y="4379"/>
                    <a:pt x="8210" y="3824"/>
                  </a:cubicBezTo>
                  <a:cubicBezTo>
                    <a:pt x="8850" y="3482"/>
                    <a:pt x="9287" y="2809"/>
                    <a:pt x="9287" y="2032"/>
                  </a:cubicBezTo>
                  <a:cubicBezTo>
                    <a:pt x="9287" y="910"/>
                    <a:pt x="8376" y="1"/>
                    <a:pt x="7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8622616" y="1713610"/>
              <a:ext cx="445935" cy="445964"/>
            </a:xfrm>
            <a:custGeom>
              <a:avLst/>
              <a:gdLst/>
              <a:ahLst/>
              <a:cxnLst/>
              <a:rect l="l" t="t" r="r" b="b"/>
              <a:pathLst>
                <a:path w="15389" h="15390" extrusionOk="0">
                  <a:moveTo>
                    <a:pt x="0" y="1"/>
                  </a:moveTo>
                  <a:lnTo>
                    <a:pt x="24" y="24"/>
                  </a:lnTo>
                  <a:lnTo>
                    <a:pt x="0" y="24"/>
                  </a:lnTo>
                  <a:lnTo>
                    <a:pt x="0" y="3435"/>
                  </a:lnTo>
                  <a:cubicBezTo>
                    <a:pt x="0" y="4384"/>
                    <a:pt x="770" y="5153"/>
                    <a:pt x="1719" y="5153"/>
                  </a:cubicBezTo>
                  <a:lnTo>
                    <a:pt x="3427" y="5153"/>
                  </a:lnTo>
                  <a:cubicBezTo>
                    <a:pt x="4379" y="5153"/>
                    <a:pt x="5150" y="5927"/>
                    <a:pt x="5146" y="6879"/>
                  </a:cubicBezTo>
                  <a:lnTo>
                    <a:pt x="5138" y="8555"/>
                  </a:lnTo>
                  <a:cubicBezTo>
                    <a:pt x="5135" y="9507"/>
                    <a:pt x="5905" y="10281"/>
                    <a:pt x="6857" y="10281"/>
                  </a:cubicBezTo>
                  <a:lnTo>
                    <a:pt x="8540" y="10281"/>
                  </a:lnTo>
                  <a:cubicBezTo>
                    <a:pt x="9490" y="10281"/>
                    <a:pt x="10259" y="11050"/>
                    <a:pt x="10259" y="12000"/>
                  </a:cubicBezTo>
                  <a:lnTo>
                    <a:pt x="10259" y="13671"/>
                  </a:lnTo>
                  <a:cubicBezTo>
                    <a:pt x="10259" y="14621"/>
                    <a:pt x="11028" y="15390"/>
                    <a:pt x="11978" y="15390"/>
                  </a:cubicBezTo>
                  <a:lnTo>
                    <a:pt x="13669" y="15390"/>
                  </a:lnTo>
                  <a:cubicBezTo>
                    <a:pt x="14619" y="15390"/>
                    <a:pt x="15388" y="14621"/>
                    <a:pt x="15388" y="13671"/>
                  </a:cubicBezTo>
                  <a:lnTo>
                    <a:pt x="15388" y="10260"/>
                  </a:lnTo>
                  <a:lnTo>
                    <a:pt x="15388" y="1720"/>
                  </a:lnTo>
                  <a:cubicBezTo>
                    <a:pt x="15388" y="770"/>
                    <a:pt x="14619" y="1"/>
                    <a:pt x="136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284403" y="4389865"/>
              <a:ext cx="146191" cy="427273"/>
            </a:xfrm>
            <a:custGeom>
              <a:avLst/>
              <a:gdLst/>
              <a:ahLst/>
              <a:cxnLst/>
              <a:rect l="l" t="t" r="r" b="b"/>
              <a:pathLst>
                <a:path w="5045" h="14745" extrusionOk="0">
                  <a:moveTo>
                    <a:pt x="2523" y="1"/>
                  </a:moveTo>
                  <a:cubicBezTo>
                    <a:pt x="1130" y="1"/>
                    <a:pt x="1" y="1130"/>
                    <a:pt x="1" y="2523"/>
                  </a:cubicBezTo>
                  <a:cubicBezTo>
                    <a:pt x="1" y="3723"/>
                    <a:pt x="840" y="4724"/>
                    <a:pt x="1962" y="4980"/>
                  </a:cubicBezTo>
                  <a:cubicBezTo>
                    <a:pt x="840" y="5235"/>
                    <a:pt x="1" y="6237"/>
                    <a:pt x="1" y="7438"/>
                  </a:cubicBezTo>
                  <a:cubicBezTo>
                    <a:pt x="1" y="8552"/>
                    <a:pt x="727" y="9497"/>
                    <a:pt x="1729" y="9830"/>
                  </a:cubicBezTo>
                  <a:cubicBezTo>
                    <a:pt x="725" y="10163"/>
                    <a:pt x="1" y="11107"/>
                    <a:pt x="1" y="12222"/>
                  </a:cubicBezTo>
                  <a:cubicBezTo>
                    <a:pt x="1" y="13615"/>
                    <a:pt x="1130" y="14744"/>
                    <a:pt x="2523" y="14744"/>
                  </a:cubicBezTo>
                  <a:cubicBezTo>
                    <a:pt x="3915" y="14744"/>
                    <a:pt x="5044" y="13615"/>
                    <a:pt x="5044" y="12222"/>
                  </a:cubicBezTo>
                  <a:cubicBezTo>
                    <a:pt x="5044" y="11107"/>
                    <a:pt x="4320" y="10162"/>
                    <a:pt x="3316" y="9830"/>
                  </a:cubicBezTo>
                  <a:cubicBezTo>
                    <a:pt x="4320" y="9497"/>
                    <a:pt x="5044" y="8553"/>
                    <a:pt x="5044" y="7438"/>
                  </a:cubicBezTo>
                  <a:cubicBezTo>
                    <a:pt x="5044" y="6237"/>
                    <a:pt x="4206" y="5235"/>
                    <a:pt x="3083" y="4980"/>
                  </a:cubicBezTo>
                  <a:cubicBezTo>
                    <a:pt x="4206" y="4724"/>
                    <a:pt x="5044" y="3723"/>
                    <a:pt x="5044" y="2523"/>
                  </a:cubicBezTo>
                  <a:cubicBezTo>
                    <a:pt x="5044" y="1130"/>
                    <a:pt x="3915" y="1"/>
                    <a:pt x="2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8717474" y="-6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3" name="Google Shape;343;p25"/>
          <p:cNvSpPr txBox="1">
            <a:spLocks noGrp="1"/>
          </p:cNvSpPr>
          <p:nvPr>
            <p:ph type="subTitle" idx="1"/>
          </p:nvPr>
        </p:nvSpPr>
        <p:spPr>
          <a:xfrm>
            <a:off x="1522688" y="3916799"/>
            <a:ext cx="2785800" cy="6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5"/>
          <p:cNvSpPr txBox="1">
            <a:spLocks noGrp="1"/>
          </p:cNvSpPr>
          <p:nvPr>
            <p:ph type="subTitle" idx="2"/>
          </p:nvPr>
        </p:nvSpPr>
        <p:spPr>
          <a:xfrm>
            <a:off x="1522688" y="3577775"/>
            <a:ext cx="2785800" cy="4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Arima"/>
                <a:ea typeface="Arima"/>
                <a:cs typeface="Arima"/>
                <a:sym typeface="Ari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25"/>
          <p:cNvSpPr txBox="1">
            <a:spLocks noGrp="1"/>
          </p:cNvSpPr>
          <p:nvPr>
            <p:ph type="subTitle" idx="3"/>
          </p:nvPr>
        </p:nvSpPr>
        <p:spPr>
          <a:xfrm>
            <a:off x="4835513" y="3916799"/>
            <a:ext cx="2785800" cy="6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25"/>
          <p:cNvSpPr txBox="1">
            <a:spLocks noGrp="1"/>
          </p:cNvSpPr>
          <p:nvPr>
            <p:ph type="subTitle" idx="4"/>
          </p:nvPr>
        </p:nvSpPr>
        <p:spPr>
          <a:xfrm>
            <a:off x="4835513" y="3577775"/>
            <a:ext cx="2785800" cy="4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Arima"/>
                <a:ea typeface="Arima"/>
                <a:cs typeface="Arima"/>
                <a:sym typeface="Ari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 txBox="1">
            <a:spLocks noGrp="1"/>
          </p:cNvSpPr>
          <p:nvPr>
            <p:ph type="subTitle" idx="1"/>
          </p:nvPr>
        </p:nvSpPr>
        <p:spPr>
          <a:xfrm>
            <a:off x="720000" y="2990247"/>
            <a:ext cx="2286300" cy="10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26"/>
          <p:cNvSpPr txBox="1">
            <a:spLocks noGrp="1"/>
          </p:cNvSpPr>
          <p:nvPr>
            <p:ph type="subTitle" idx="2"/>
          </p:nvPr>
        </p:nvSpPr>
        <p:spPr>
          <a:xfrm>
            <a:off x="3428855" y="2990270"/>
            <a:ext cx="2286300" cy="10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26"/>
          <p:cNvSpPr txBox="1">
            <a:spLocks noGrp="1"/>
          </p:cNvSpPr>
          <p:nvPr>
            <p:ph type="subTitle" idx="3"/>
          </p:nvPr>
        </p:nvSpPr>
        <p:spPr>
          <a:xfrm>
            <a:off x="6137698" y="2990290"/>
            <a:ext cx="2286300" cy="10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26"/>
          <p:cNvSpPr txBox="1">
            <a:spLocks noGrp="1"/>
          </p:cNvSpPr>
          <p:nvPr>
            <p:ph type="subTitle" idx="4"/>
          </p:nvPr>
        </p:nvSpPr>
        <p:spPr>
          <a:xfrm>
            <a:off x="720000" y="2292875"/>
            <a:ext cx="2286300" cy="84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Arima"/>
                <a:ea typeface="Arima"/>
                <a:cs typeface="Arima"/>
                <a:sym typeface="Ari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26"/>
          <p:cNvSpPr txBox="1">
            <a:spLocks noGrp="1"/>
          </p:cNvSpPr>
          <p:nvPr>
            <p:ph type="subTitle" idx="5"/>
          </p:nvPr>
        </p:nvSpPr>
        <p:spPr>
          <a:xfrm>
            <a:off x="3428850" y="2292875"/>
            <a:ext cx="2286300" cy="84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Arima"/>
                <a:ea typeface="Arima"/>
                <a:cs typeface="Arima"/>
                <a:sym typeface="Ari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26"/>
          <p:cNvSpPr txBox="1">
            <a:spLocks noGrp="1"/>
          </p:cNvSpPr>
          <p:nvPr>
            <p:ph type="subTitle" idx="6"/>
          </p:nvPr>
        </p:nvSpPr>
        <p:spPr>
          <a:xfrm>
            <a:off x="6137700" y="2292875"/>
            <a:ext cx="2286300" cy="84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Arima"/>
                <a:ea typeface="Arima"/>
                <a:cs typeface="Arima"/>
                <a:sym typeface="Ari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26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56" name="Google Shape;356;p26"/>
          <p:cNvGrpSpPr/>
          <p:nvPr/>
        </p:nvGrpSpPr>
        <p:grpSpPr>
          <a:xfrm>
            <a:off x="-12" y="2494"/>
            <a:ext cx="8856537" cy="5141010"/>
            <a:chOff x="-12" y="2494"/>
            <a:chExt cx="8856537" cy="5141010"/>
          </a:xfrm>
        </p:grpSpPr>
        <p:sp>
          <p:nvSpPr>
            <p:cNvPr id="357" name="Google Shape;357;p26"/>
            <p:cNvSpPr/>
            <p:nvPr/>
          </p:nvSpPr>
          <p:spPr>
            <a:xfrm>
              <a:off x="3871816" y="4716568"/>
              <a:ext cx="186673" cy="386357"/>
            </a:xfrm>
            <a:custGeom>
              <a:avLst/>
              <a:gdLst/>
              <a:ahLst/>
              <a:cxnLst/>
              <a:rect l="l" t="t" r="r" b="b"/>
              <a:pathLst>
                <a:path w="6442" h="13333" extrusionOk="0">
                  <a:moveTo>
                    <a:pt x="3221" y="1"/>
                  </a:moveTo>
                  <a:cubicBezTo>
                    <a:pt x="1442" y="1"/>
                    <a:pt x="0" y="1442"/>
                    <a:pt x="0" y="3221"/>
                  </a:cubicBezTo>
                  <a:lnTo>
                    <a:pt x="0" y="10112"/>
                  </a:lnTo>
                  <a:cubicBezTo>
                    <a:pt x="0" y="11890"/>
                    <a:pt x="1442" y="13332"/>
                    <a:pt x="3221" y="13332"/>
                  </a:cubicBezTo>
                  <a:cubicBezTo>
                    <a:pt x="4999" y="13332"/>
                    <a:pt x="6441" y="11890"/>
                    <a:pt x="6441" y="10112"/>
                  </a:cubicBezTo>
                  <a:lnTo>
                    <a:pt x="6441" y="3221"/>
                  </a:lnTo>
                  <a:cubicBezTo>
                    <a:pt x="6441" y="1442"/>
                    <a:pt x="4999" y="1"/>
                    <a:pt x="3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8508795" y="1805016"/>
              <a:ext cx="347730" cy="370217"/>
            </a:xfrm>
            <a:custGeom>
              <a:avLst/>
              <a:gdLst/>
              <a:ahLst/>
              <a:cxnLst/>
              <a:rect l="l" t="t" r="r" b="b"/>
              <a:pathLst>
                <a:path w="12000" h="12776" extrusionOk="0">
                  <a:moveTo>
                    <a:pt x="781" y="0"/>
                  </a:moveTo>
                  <a:cubicBezTo>
                    <a:pt x="350" y="0"/>
                    <a:pt x="0" y="350"/>
                    <a:pt x="0" y="781"/>
                  </a:cubicBezTo>
                  <a:cubicBezTo>
                    <a:pt x="0" y="1213"/>
                    <a:pt x="350" y="1563"/>
                    <a:pt x="781" y="1563"/>
                  </a:cubicBezTo>
                  <a:lnTo>
                    <a:pt x="7161" y="1563"/>
                  </a:lnTo>
                  <a:cubicBezTo>
                    <a:pt x="8968" y="1563"/>
                    <a:pt x="10440" y="3033"/>
                    <a:pt x="10440" y="4842"/>
                  </a:cubicBezTo>
                  <a:cubicBezTo>
                    <a:pt x="10440" y="6650"/>
                    <a:pt x="8968" y="8121"/>
                    <a:pt x="7161" y="8121"/>
                  </a:cubicBezTo>
                  <a:lnTo>
                    <a:pt x="2329" y="8121"/>
                  </a:lnTo>
                  <a:cubicBezTo>
                    <a:pt x="1045" y="8121"/>
                    <a:pt x="1" y="9165"/>
                    <a:pt x="1" y="10448"/>
                  </a:cubicBezTo>
                  <a:cubicBezTo>
                    <a:pt x="1" y="11730"/>
                    <a:pt x="1045" y="12775"/>
                    <a:pt x="2329" y="12775"/>
                  </a:cubicBezTo>
                  <a:lnTo>
                    <a:pt x="7161" y="12775"/>
                  </a:lnTo>
                  <a:cubicBezTo>
                    <a:pt x="7591" y="12775"/>
                    <a:pt x="7941" y="12425"/>
                    <a:pt x="7941" y="11994"/>
                  </a:cubicBezTo>
                  <a:cubicBezTo>
                    <a:pt x="7941" y="11563"/>
                    <a:pt x="7591" y="11213"/>
                    <a:pt x="7161" y="11213"/>
                  </a:cubicBezTo>
                  <a:lnTo>
                    <a:pt x="2329" y="11213"/>
                  </a:lnTo>
                  <a:cubicBezTo>
                    <a:pt x="1905" y="11213"/>
                    <a:pt x="1561" y="10868"/>
                    <a:pt x="1561" y="10446"/>
                  </a:cubicBezTo>
                  <a:cubicBezTo>
                    <a:pt x="1561" y="10023"/>
                    <a:pt x="1906" y="9680"/>
                    <a:pt x="2329" y="9680"/>
                  </a:cubicBezTo>
                  <a:lnTo>
                    <a:pt x="7161" y="9680"/>
                  </a:lnTo>
                  <a:cubicBezTo>
                    <a:pt x="9830" y="9680"/>
                    <a:pt x="12000" y="7509"/>
                    <a:pt x="12000" y="4840"/>
                  </a:cubicBezTo>
                  <a:cubicBezTo>
                    <a:pt x="12000" y="2172"/>
                    <a:pt x="9830" y="0"/>
                    <a:pt x="7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-12" y="662498"/>
              <a:ext cx="237123" cy="237123"/>
            </a:xfrm>
            <a:custGeom>
              <a:avLst/>
              <a:gdLst/>
              <a:ahLst/>
              <a:cxnLst/>
              <a:rect l="l" t="t" r="r" b="b"/>
              <a:pathLst>
                <a:path w="8183" h="8183" extrusionOk="0">
                  <a:moveTo>
                    <a:pt x="0" y="0"/>
                  </a:moveTo>
                  <a:lnTo>
                    <a:pt x="0" y="8183"/>
                  </a:lnTo>
                  <a:lnTo>
                    <a:pt x="4091" y="8183"/>
                  </a:lnTo>
                  <a:cubicBezTo>
                    <a:pt x="6350" y="8183"/>
                    <a:pt x="8182" y="6351"/>
                    <a:pt x="8182" y="4091"/>
                  </a:cubicBezTo>
                  <a:cubicBezTo>
                    <a:pt x="8182" y="1832"/>
                    <a:pt x="6351" y="0"/>
                    <a:pt x="40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4317728" y="4461337"/>
              <a:ext cx="508555" cy="508584"/>
            </a:xfrm>
            <a:custGeom>
              <a:avLst/>
              <a:gdLst/>
              <a:ahLst/>
              <a:cxnLst/>
              <a:rect l="l" t="t" r="r" b="b"/>
              <a:pathLst>
                <a:path w="17550" h="17551" extrusionOk="0">
                  <a:moveTo>
                    <a:pt x="1962" y="0"/>
                  </a:moveTo>
                  <a:cubicBezTo>
                    <a:pt x="879" y="0"/>
                    <a:pt x="1" y="878"/>
                    <a:pt x="1" y="1960"/>
                  </a:cubicBezTo>
                  <a:lnTo>
                    <a:pt x="1" y="5851"/>
                  </a:lnTo>
                  <a:lnTo>
                    <a:pt x="1" y="15591"/>
                  </a:lnTo>
                  <a:cubicBezTo>
                    <a:pt x="1" y="16673"/>
                    <a:pt x="879" y="17550"/>
                    <a:pt x="1962" y="17550"/>
                  </a:cubicBezTo>
                  <a:lnTo>
                    <a:pt x="17550" y="17550"/>
                  </a:lnTo>
                  <a:lnTo>
                    <a:pt x="17523" y="17524"/>
                  </a:lnTo>
                  <a:lnTo>
                    <a:pt x="17550" y="17524"/>
                  </a:lnTo>
                  <a:lnTo>
                    <a:pt x="17550" y="13634"/>
                  </a:lnTo>
                  <a:cubicBezTo>
                    <a:pt x="17549" y="12552"/>
                    <a:pt x="16671" y="11674"/>
                    <a:pt x="15588" y="11674"/>
                  </a:cubicBezTo>
                  <a:lnTo>
                    <a:pt x="13642" y="11674"/>
                  </a:lnTo>
                  <a:cubicBezTo>
                    <a:pt x="12556" y="11674"/>
                    <a:pt x="11677" y="10791"/>
                    <a:pt x="11682" y="9704"/>
                  </a:cubicBezTo>
                  <a:lnTo>
                    <a:pt x="11691" y="7792"/>
                  </a:lnTo>
                  <a:cubicBezTo>
                    <a:pt x="11696" y="6706"/>
                    <a:pt x="10817" y="5822"/>
                    <a:pt x="9731" y="5822"/>
                  </a:cubicBezTo>
                  <a:lnTo>
                    <a:pt x="7811" y="5822"/>
                  </a:lnTo>
                  <a:cubicBezTo>
                    <a:pt x="6728" y="5822"/>
                    <a:pt x="5850" y="4945"/>
                    <a:pt x="5850" y="3863"/>
                  </a:cubicBezTo>
                  <a:lnTo>
                    <a:pt x="5850" y="1960"/>
                  </a:lnTo>
                  <a:cubicBezTo>
                    <a:pt x="5850" y="878"/>
                    <a:pt x="4972" y="0"/>
                    <a:pt x="3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5029381" y="4902470"/>
              <a:ext cx="401686" cy="241035"/>
            </a:xfrm>
            <a:custGeom>
              <a:avLst/>
              <a:gdLst/>
              <a:ahLst/>
              <a:cxnLst/>
              <a:rect l="l" t="t" r="r" b="b"/>
              <a:pathLst>
                <a:path w="13862" h="8318" extrusionOk="0">
                  <a:moveTo>
                    <a:pt x="6931" y="1"/>
                  </a:moveTo>
                  <a:cubicBezTo>
                    <a:pt x="3103" y="1"/>
                    <a:pt x="0" y="3103"/>
                    <a:pt x="0" y="6932"/>
                  </a:cubicBezTo>
                  <a:lnTo>
                    <a:pt x="0" y="8317"/>
                  </a:lnTo>
                  <a:lnTo>
                    <a:pt x="13861" y="8317"/>
                  </a:lnTo>
                  <a:lnTo>
                    <a:pt x="13861" y="6932"/>
                  </a:lnTo>
                  <a:cubicBezTo>
                    <a:pt x="13861" y="3103"/>
                    <a:pt x="10759" y="1"/>
                    <a:pt x="69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8710328" y="2358115"/>
              <a:ext cx="146191" cy="427273"/>
            </a:xfrm>
            <a:custGeom>
              <a:avLst/>
              <a:gdLst/>
              <a:ahLst/>
              <a:cxnLst/>
              <a:rect l="l" t="t" r="r" b="b"/>
              <a:pathLst>
                <a:path w="5045" h="14745" extrusionOk="0">
                  <a:moveTo>
                    <a:pt x="2523" y="1"/>
                  </a:moveTo>
                  <a:cubicBezTo>
                    <a:pt x="1130" y="1"/>
                    <a:pt x="1" y="1130"/>
                    <a:pt x="1" y="2523"/>
                  </a:cubicBezTo>
                  <a:cubicBezTo>
                    <a:pt x="1" y="3723"/>
                    <a:pt x="840" y="4724"/>
                    <a:pt x="1962" y="4980"/>
                  </a:cubicBezTo>
                  <a:cubicBezTo>
                    <a:pt x="840" y="5235"/>
                    <a:pt x="1" y="6237"/>
                    <a:pt x="1" y="7438"/>
                  </a:cubicBezTo>
                  <a:cubicBezTo>
                    <a:pt x="1" y="8552"/>
                    <a:pt x="727" y="9497"/>
                    <a:pt x="1729" y="9830"/>
                  </a:cubicBezTo>
                  <a:cubicBezTo>
                    <a:pt x="725" y="10163"/>
                    <a:pt x="1" y="11107"/>
                    <a:pt x="1" y="12222"/>
                  </a:cubicBezTo>
                  <a:cubicBezTo>
                    <a:pt x="1" y="13615"/>
                    <a:pt x="1130" y="14744"/>
                    <a:pt x="2523" y="14744"/>
                  </a:cubicBezTo>
                  <a:cubicBezTo>
                    <a:pt x="3915" y="14744"/>
                    <a:pt x="5044" y="13615"/>
                    <a:pt x="5044" y="12222"/>
                  </a:cubicBezTo>
                  <a:cubicBezTo>
                    <a:pt x="5044" y="11107"/>
                    <a:pt x="4320" y="10162"/>
                    <a:pt x="3316" y="9830"/>
                  </a:cubicBezTo>
                  <a:cubicBezTo>
                    <a:pt x="4320" y="9497"/>
                    <a:pt x="5044" y="8553"/>
                    <a:pt x="5044" y="7438"/>
                  </a:cubicBezTo>
                  <a:cubicBezTo>
                    <a:pt x="5044" y="6237"/>
                    <a:pt x="4206" y="5235"/>
                    <a:pt x="3083" y="4980"/>
                  </a:cubicBezTo>
                  <a:cubicBezTo>
                    <a:pt x="4206" y="4724"/>
                    <a:pt x="5044" y="3723"/>
                    <a:pt x="5044" y="2523"/>
                  </a:cubicBezTo>
                  <a:cubicBezTo>
                    <a:pt x="5044" y="1130"/>
                    <a:pt x="3915" y="1"/>
                    <a:pt x="2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319387" y="2494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1"/>
          <p:cNvSpPr txBox="1">
            <a:spLocks noGrp="1"/>
          </p:cNvSpPr>
          <p:nvPr>
            <p:ph type="ctrTitle"/>
          </p:nvPr>
        </p:nvSpPr>
        <p:spPr>
          <a:xfrm>
            <a:off x="1035200" y="1331112"/>
            <a:ext cx="3216600" cy="10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7" name="Google Shape;447;p31"/>
          <p:cNvSpPr txBox="1">
            <a:spLocks noGrp="1"/>
          </p:cNvSpPr>
          <p:nvPr>
            <p:ph type="subTitle" idx="1"/>
          </p:nvPr>
        </p:nvSpPr>
        <p:spPr>
          <a:xfrm>
            <a:off x="1035200" y="2372403"/>
            <a:ext cx="3216600" cy="13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31"/>
          <p:cNvSpPr txBox="1">
            <a:spLocks noGrp="1"/>
          </p:cNvSpPr>
          <p:nvPr>
            <p:ph type="subTitle" idx="2"/>
          </p:nvPr>
        </p:nvSpPr>
        <p:spPr>
          <a:xfrm rot="-1283">
            <a:off x="4894650" y="3318774"/>
            <a:ext cx="3216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9" name="Google Shape;449;p31"/>
          <p:cNvGrpSpPr/>
          <p:nvPr/>
        </p:nvGrpSpPr>
        <p:grpSpPr>
          <a:xfrm>
            <a:off x="360307" y="5"/>
            <a:ext cx="8783704" cy="5143500"/>
            <a:chOff x="360307" y="5"/>
            <a:chExt cx="8783704" cy="5143500"/>
          </a:xfrm>
        </p:grpSpPr>
        <p:sp>
          <p:nvSpPr>
            <p:cNvPr id="450" name="Google Shape;450;p31"/>
            <p:cNvSpPr/>
            <p:nvPr/>
          </p:nvSpPr>
          <p:spPr>
            <a:xfrm flipH="1">
              <a:off x="8906888" y="1326110"/>
              <a:ext cx="237123" cy="237123"/>
            </a:xfrm>
            <a:custGeom>
              <a:avLst/>
              <a:gdLst/>
              <a:ahLst/>
              <a:cxnLst/>
              <a:rect l="l" t="t" r="r" b="b"/>
              <a:pathLst>
                <a:path w="8183" h="8183" extrusionOk="0">
                  <a:moveTo>
                    <a:pt x="0" y="0"/>
                  </a:moveTo>
                  <a:lnTo>
                    <a:pt x="0" y="8183"/>
                  </a:lnTo>
                  <a:lnTo>
                    <a:pt x="4091" y="8183"/>
                  </a:lnTo>
                  <a:cubicBezTo>
                    <a:pt x="6350" y="8183"/>
                    <a:pt x="8182" y="6351"/>
                    <a:pt x="8182" y="4091"/>
                  </a:cubicBezTo>
                  <a:cubicBezTo>
                    <a:pt x="8182" y="1832"/>
                    <a:pt x="6351" y="0"/>
                    <a:pt x="40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360307" y="5"/>
              <a:ext cx="9765" cy="1142409"/>
            </a:xfrm>
            <a:custGeom>
              <a:avLst/>
              <a:gdLst/>
              <a:ahLst/>
              <a:cxnLst/>
              <a:rect l="l" t="t" r="r" b="b"/>
              <a:pathLst>
                <a:path w="337" h="39424" extrusionOk="0">
                  <a:moveTo>
                    <a:pt x="1" y="1"/>
                  </a:moveTo>
                  <a:lnTo>
                    <a:pt x="1" y="39424"/>
                  </a:lnTo>
                  <a:lnTo>
                    <a:pt x="336" y="39424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360311" y="4131785"/>
              <a:ext cx="9765" cy="1011720"/>
            </a:xfrm>
            <a:custGeom>
              <a:avLst/>
              <a:gdLst/>
              <a:ahLst/>
              <a:cxnLst/>
              <a:rect l="l" t="t" r="r" b="b"/>
              <a:pathLst>
                <a:path w="337" h="34914" extrusionOk="0">
                  <a:moveTo>
                    <a:pt x="1" y="0"/>
                  </a:moveTo>
                  <a:lnTo>
                    <a:pt x="1" y="34914"/>
                  </a:lnTo>
                  <a:lnTo>
                    <a:pt x="336" y="34914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8437840" y="1617478"/>
              <a:ext cx="146191" cy="427273"/>
            </a:xfrm>
            <a:custGeom>
              <a:avLst/>
              <a:gdLst/>
              <a:ahLst/>
              <a:cxnLst/>
              <a:rect l="l" t="t" r="r" b="b"/>
              <a:pathLst>
                <a:path w="5045" h="14745" extrusionOk="0">
                  <a:moveTo>
                    <a:pt x="2523" y="1"/>
                  </a:moveTo>
                  <a:cubicBezTo>
                    <a:pt x="1130" y="1"/>
                    <a:pt x="1" y="1130"/>
                    <a:pt x="1" y="2523"/>
                  </a:cubicBezTo>
                  <a:cubicBezTo>
                    <a:pt x="1" y="3723"/>
                    <a:pt x="840" y="4724"/>
                    <a:pt x="1962" y="4980"/>
                  </a:cubicBezTo>
                  <a:cubicBezTo>
                    <a:pt x="840" y="5235"/>
                    <a:pt x="1" y="6237"/>
                    <a:pt x="1" y="7438"/>
                  </a:cubicBezTo>
                  <a:cubicBezTo>
                    <a:pt x="1" y="8552"/>
                    <a:pt x="727" y="9497"/>
                    <a:pt x="1729" y="9830"/>
                  </a:cubicBezTo>
                  <a:cubicBezTo>
                    <a:pt x="725" y="10163"/>
                    <a:pt x="1" y="11107"/>
                    <a:pt x="1" y="12222"/>
                  </a:cubicBezTo>
                  <a:cubicBezTo>
                    <a:pt x="1" y="13615"/>
                    <a:pt x="1130" y="14744"/>
                    <a:pt x="2523" y="14744"/>
                  </a:cubicBezTo>
                  <a:cubicBezTo>
                    <a:pt x="3915" y="14744"/>
                    <a:pt x="5044" y="13615"/>
                    <a:pt x="5044" y="12222"/>
                  </a:cubicBezTo>
                  <a:cubicBezTo>
                    <a:pt x="5044" y="11107"/>
                    <a:pt x="4320" y="10162"/>
                    <a:pt x="3316" y="9830"/>
                  </a:cubicBezTo>
                  <a:cubicBezTo>
                    <a:pt x="4320" y="9497"/>
                    <a:pt x="5044" y="8553"/>
                    <a:pt x="5044" y="7438"/>
                  </a:cubicBezTo>
                  <a:cubicBezTo>
                    <a:pt x="5044" y="6237"/>
                    <a:pt x="4206" y="5235"/>
                    <a:pt x="3083" y="4980"/>
                  </a:cubicBezTo>
                  <a:cubicBezTo>
                    <a:pt x="4206" y="4724"/>
                    <a:pt x="5044" y="3723"/>
                    <a:pt x="5044" y="2523"/>
                  </a:cubicBezTo>
                  <a:cubicBezTo>
                    <a:pt x="5044" y="1130"/>
                    <a:pt x="3915" y="1"/>
                    <a:pt x="2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8597562" y="4603719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" name="Google Shape;455;p31"/>
          <p:cNvSpPr txBox="1"/>
          <p:nvPr/>
        </p:nvSpPr>
        <p:spPr>
          <a:xfrm>
            <a:off x="4894650" y="2382490"/>
            <a:ext cx="32166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including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32"/>
          <p:cNvGrpSpPr/>
          <p:nvPr/>
        </p:nvGrpSpPr>
        <p:grpSpPr>
          <a:xfrm>
            <a:off x="-12" y="5"/>
            <a:ext cx="9144012" cy="5203793"/>
            <a:chOff x="-12" y="5"/>
            <a:chExt cx="9144012" cy="5203793"/>
          </a:xfrm>
        </p:grpSpPr>
        <p:sp>
          <p:nvSpPr>
            <p:cNvPr id="458" name="Google Shape;458;p32"/>
            <p:cNvSpPr/>
            <p:nvPr/>
          </p:nvSpPr>
          <p:spPr>
            <a:xfrm>
              <a:off x="7589141" y="4360718"/>
              <a:ext cx="186673" cy="386357"/>
            </a:xfrm>
            <a:custGeom>
              <a:avLst/>
              <a:gdLst/>
              <a:ahLst/>
              <a:cxnLst/>
              <a:rect l="l" t="t" r="r" b="b"/>
              <a:pathLst>
                <a:path w="6442" h="13333" extrusionOk="0">
                  <a:moveTo>
                    <a:pt x="3221" y="1"/>
                  </a:moveTo>
                  <a:cubicBezTo>
                    <a:pt x="1442" y="1"/>
                    <a:pt x="0" y="1442"/>
                    <a:pt x="0" y="3221"/>
                  </a:cubicBezTo>
                  <a:lnTo>
                    <a:pt x="0" y="10112"/>
                  </a:lnTo>
                  <a:cubicBezTo>
                    <a:pt x="0" y="11890"/>
                    <a:pt x="1442" y="13332"/>
                    <a:pt x="3221" y="13332"/>
                  </a:cubicBezTo>
                  <a:cubicBezTo>
                    <a:pt x="4999" y="13332"/>
                    <a:pt x="6441" y="11890"/>
                    <a:pt x="6441" y="10112"/>
                  </a:cubicBezTo>
                  <a:lnTo>
                    <a:pt x="6441" y="3221"/>
                  </a:lnTo>
                  <a:cubicBezTo>
                    <a:pt x="6441" y="1442"/>
                    <a:pt x="4999" y="1"/>
                    <a:pt x="3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1208904" y="75498"/>
              <a:ext cx="280068" cy="280068"/>
            </a:xfrm>
            <a:custGeom>
              <a:avLst/>
              <a:gdLst/>
              <a:ahLst/>
              <a:cxnLst/>
              <a:rect l="l" t="t" r="r" b="b"/>
              <a:pathLst>
                <a:path w="9665" h="9665" extrusionOk="0">
                  <a:moveTo>
                    <a:pt x="4832" y="1"/>
                  </a:moveTo>
                  <a:cubicBezTo>
                    <a:pt x="3550" y="1"/>
                    <a:pt x="2321" y="510"/>
                    <a:pt x="1415" y="1416"/>
                  </a:cubicBezTo>
                  <a:cubicBezTo>
                    <a:pt x="509" y="2323"/>
                    <a:pt x="0" y="3551"/>
                    <a:pt x="0" y="4833"/>
                  </a:cubicBezTo>
                  <a:cubicBezTo>
                    <a:pt x="0" y="6114"/>
                    <a:pt x="509" y="7344"/>
                    <a:pt x="1415" y="8249"/>
                  </a:cubicBezTo>
                  <a:cubicBezTo>
                    <a:pt x="2321" y="9156"/>
                    <a:pt x="3550" y="9665"/>
                    <a:pt x="4832" y="9665"/>
                  </a:cubicBezTo>
                  <a:cubicBezTo>
                    <a:pt x="6114" y="9665"/>
                    <a:pt x="7342" y="9156"/>
                    <a:pt x="8249" y="8249"/>
                  </a:cubicBezTo>
                  <a:cubicBezTo>
                    <a:pt x="9155" y="7344"/>
                    <a:pt x="9664" y="6114"/>
                    <a:pt x="9664" y="4833"/>
                  </a:cubicBezTo>
                  <a:cubicBezTo>
                    <a:pt x="9664" y="3551"/>
                    <a:pt x="9155" y="2323"/>
                    <a:pt x="8249" y="1416"/>
                  </a:cubicBezTo>
                  <a:cubicBezTo>
                    <a:pt x="7342" y="510"/>
                    <a:pt x="6114" y="1"/>
                    <a:pt x="4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8250132" y="2542141"/>
              <a:ext cx="347730" cy="370217"/>
            </a:xfrm>
            <a:custGeom>
              <a:avLst/>
              <a:gdLst/>
              <a:ahLst/>
              <a:cxnLst/>
              <a:rect l="l" t="t" r="r" b="b"/>
              <a:pathLst>
                <a:path w="12000" h="12776" extrusionOk="0">
                  <a:moveTo>
                    <a:pt x="781" y="0"/>
                  </a:moveTo>
                  <a:cubicBezTo>
                    <a:pt x="350" y="0"/>
                    <a:pt x="0" y="350"/>
                    <a:pt x="0" y="781"/>
                  </a:cubicBezTo>
                  <a:cubicBezTo>
                    <a:pt x="0" y="1213"/>
                    <a:pt x="350" y="1563"/>
                    <a:pt x="781" y="1563"/>
                  </a:cubicBezTo>
                  <a:lnTo>
                    <a:pt x="7161" y="1563"/>
                  </a:lnTo>
                  <a:cubicBezTo>
                    <a:pt x="8968" y="1563"/>
                    <a:pt x="10440" y="3033"/>
                    <a:pt x="10440" y="4842"/>
                  </a:cubicBezTo>
                  <a:cubicBezTo>
                    <a:pt x="10440" y="6650"/>
                    <a:pt x="8968" y="8121"/>
                    <a:pt x="7161" y="8121"/>
                  </a:cubicBezTo>
                  <a:lnTo>
                    <a:pt x="2329" y="8121"/>
                  </a:lnTo>
                  <a:cubicBezTo>
                    <a:pt x="1045" y="8121"/>
                    <a:pt x="1" y="9165"/>
                    <a:pt x="1" y="10448"/>
                  </a:cubicBezTo>
                  <a:cubicBezTo>
                    <a:pt x="1" y="11730"/>
                    <a:pt x="1045" y="12775"/>
                    <a:pt x="2329" y="12775"/>
                  </a:cubicBezTo>
                  <a:lnTo>
                    <a:pt x="7161" y="12775"/>
                  </a:lnTo>
                  <a:cubicBezTo>
                    <a:pt x="7591" y="12775"/>
                    <a:pt x="7941" y="12425"/>
                    <a:pt x="7941" y="11994"/>
                  </a:cubicBezTo>
                  <a:cubicBezTo>
                    <a:pt x="7941" y="11563"/>
                    <a:pt x="7591" y="11213"/>
                    <a:pt x="7161" y="11213"/>
                  </a:cubicBezTo>
                  <a:lnTo>
                    <a:pt x="2329" y="11213"/>
                  </a:lnTo>
                  <a:cubicBezTo>
                    <a:pt x="1905" y="11213"/>
                    <a:pt x="1561" y="10868"/>
                    <a:pt x="1561" y="10446"/>
                  </a:cubicBezTo>
                  <a:cubicBezTo>
                    <a:pt x="1561" y="10023"/>
                    <a:pt x="1906" y="9680"/>
                    <a:pt x="2329" y="9680"/>
                  </a:cubicBezTo>
                  <a:lnTo>
                    <a:pt x="7161" y="9680"/>
                  </a:lnTo>
                  <a:cubicBezTo>
                    <a:pt x="9830" y="9680"/>
                    <a:pt x="12000" y="7509"/>
                    <a:pt x="12000" y="4840"/>
                  </a:cubicBezTo>
                  <a:cubicBezTo>
                    <a:pt x="12000" y="2172"/>
                    <a:pt x="9830" y="0"/>
                    <a:pt x="7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-12" y="1970685"/>
              <a:ext cx="237123" cy="237123"/>
            </a:xfrm>
            <a:custGeom>
              <a:avLst/>
              <a:gdLst/>
              <a:ahLst/>
              <a:cxnLst/>
              <a:rect l="l" t="t" r="r" b="b"/>
              <a:pathLst>
                <a:path w="8183" h="8183" extrusionOk="0">
                  <a:moveTo>
                    <a:pt x="0" y="0"/>
                  </a:moveTo>
                  <a:lnTo>
                    <a:pt x="0" y="8183"/>
                  </a:lnTo>
                  <a:lnTo>
                    <a:pt x="4091" y="8183"/>
                  </a:lnTo>
                  <a:cubicBezTo>
                    <a:pt x="6350" y="8183"/>
                    <a:pt x="8182" y="6351"/>
                    <a:pt x="8182" y="4091"/>
                  </a:cubicBezTo>
                  <a:cubicBezTo>
                    <a:pt x="8182" y="1832"/>
                    <a:pt x="6351" y="0"/>
                    <a:pt x="40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7691881" y="298970"/>
              <a:ext cx="401686" cy="241035"/>
            </a:xfrm>
            <a:custGeom>
              <a:avLst/>
              <a:gdLst/>
              <a:ahLst/>
              <a:cxnLst/>
              <a:rect l="l" t="t" r="r" b="b"/>
              <a:pathLst>
                <a:path w="13862" h="8318" extrusionOk="0">
                  <a:moveTo>
                    <a:pt x="6931" y="1"/>
                  </a:moveTo>
                  <a:cubicBezTo>
                    <a:pt x="3103" y="1"/>
                    <a:pt x="0" y="3103"/>
                    <a:pt x="0" y="6932"/>
                  </a:cubicBezTo>
                  <a:lnTo>
                    <a:pt x="0" y="8317"/>
                  </a:lnTo>
                  <a:lnTo>
                    <a:pt x="13861" y="8317"/>
                  </a:lnTo>
                  <a:lnTo>
                    <a:pt x="13861" y="6932"/>
                  </a:lnTo>
                  <a:cubicBezTo>
                    <a:pt x="13861" y="3103"/>
                    <a:pt x="10759" y="1"/>
                    <a:pt x="6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6565332" y="341048"/>
              <a:ext cx="172213" cy="156884"/>
            </a:xfrm>
            <a:custGeom>
              <a:avLst/>
              <a:gdLst/>
              <a:ahLst/>
              <a:cxnLst/>
              <a:rect l="l" t="t" r="r" b="b"/>
              <a:pathLst>
                <a:path w="5943" h="5414" extrusionOk="0">
                  <a:moveTo>
                    <a:pt x="2972" y="0"/>
                  </a:moveTo>
                  <a:cubicBezTo>
                    <a:pt x="2279" y="0"/>
                    <a:pt x="1587" y="264"/>
                    <a:pt x="1058" y="793"/>
                  </a:cubicBezTo>
                  <a:cubicBezTo>
                    <a:pt x="1" y="1850"/>
                    <a:pt x="1" y="3563"/>
                    <a:pt x="1058" y="4620"/>
                  </a:cubicBezTo>
                  <a:cubicBezTo>
                    <a:pt x="1587" y="5149"/>
                    <a:pt x="2279" y="5413"/>
                    <a:pt x="2972" y="5413"/>
                  </a:cubicBezTo>
                  <a:cubicBezTo>
                    <a:pt x="3664" y="5413"/>
                    <a:pt x="4357" y="5149"/>
                    <a:pt x="4885" y="4620"/>
                  </a:cubicBezTo>
                  <a:cubicBezTo>
                    <a:pt x="5943" y="3563"/>
                    <a:pt x="5943" y="1850"/>
                    <a:pt x="4885" y="793"/>
                  </a:cubicBezTo>
                  <a:cubicBezTo>
                    <a:pt x="4357" y="264"/>
                    <a:pt x="3664" y="0"/>
                    <a:pt x="29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909919" y="5"/>
              <a:ext cx="9765" cy="1142409"/>
            </a:xfrm>
            <a:custGeom>
              <a:avLst/>
              <a:gdLst/>
              <a:ahLst/>
              <a:cxnLst/>
              <a:rect l="l" t="t" r="r" b="b"/>
              <a:pathLst>
                <a:path w="337" h="39424" extrusionOk="0">
                  <a:moveTo>
                    <a:pt x="1" y="1"/>
                  </a:moveTo>
                  <a:lnTo>
                    <a:pt x="1" y="39424"/>
                  </a:lnTo>
                  <a:lnTo>
                    <a:pt x="336" y="39424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2"/>
            <p:cNvSpPr/>
            <p:nvPr/>
          </p:nvSpPr>
          <p:spPr>
            <a:xfrm>
              <a:off x="331574" y="8"/>
              <a:ext cx="388414" cy="868832"/>
            </a:xfrm>
            <a:custGeom>
              <a:avLst/>
              <a:gdLst/>
              <a:ahLst/>
              <a:cxnLst/>
              <a:rect l="l" t="t" r="r" b="b"/>
              <a:pathLst>
                <a:path w="13404" h="29983" extrusionOk="0">
                  <a:moveTo>
                    <a:pt x="1" y="1"/>
                  </a:moveTo>
                  <a:lnTo>
                    <a:pt x="1" y="23281"/>
                  </a:lnTo>
                  <a:cubicBezTo>
                    <a:pt x="1" y="26981"/>
                    <a:pt x="3000" y="29982"/>
                    <a:pt x="6701" y="29982"/>
                  </a:cubicBezTo>
                  <a:cubicBezTo>
                    <a:pt x="10403" y="29982"/>
                    <a:pt x="13403" y="26983"/>
                    <a:pt x="13402" y="23281"/>
                  </a:cubicBezTo>
                  <a:lnTo>
                    <a:pt x="134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2"/>
            <p:cNvSpPr/>
            <p:nvPr/>
          </p:nvSpPr>
          <p:spPr>
            <a:xfrm>
              <a:off x="8265489" y="540005"/>
              <a:ext cx="878511" cy="599139"/>
            </a:xfrm>
            <a:custGeom>
              <a:avLst/>
              <a:gdLst/>
              <a:ahLst/>
              <a:cxnLst/>
              <a:rect l="l" t="t" r="r" b="b"/>
              <a:pathLst>
                <a:path w="30317" h="20676" extrusionOk="0">
                  <a:moveTo>
                    <a:pt x="29981" y="336"/>
                  </a:moveTo>
                  <a:lnTo>
                    <a:pt x="29981" y="20339"/>
                  </a:lnTo>
                  <a:lnTo>
                    <a:pt x="10337" y="20339"/>
                  </a:lnTo>
                  <a:cubicBezTo>
                    <a:pt x="8988" y="20339"/>
                    <a:pt x="7677" y="20073"/>
                    <a:pt x="6445" y="19552"/>
                  </a:cubicBezTo>
                  <a:cubicBezTo>
                    <a:pt x="5253" y="19048"/>
                    <a:pt x="4184" y="18327"/>
                    <a:pt x="3266" y="17408"/>
                  </a:cubicBezTo>
                  <a:cubicBezTo>
                    <a:pt x="2347" y="16489"/>
                    <a:pt x="1626" y="15421"/>
                    <a:pt x="1122" y="14229"/>
                  </a:cubicBezTo>
                  <a:cubicBezTo>
                    <a:pt x="601" y="12998"/>
                    <a:pt x="336" y="11687"/>
                    <a:pt x="336" y="10337"/>
                  </a:cubicBezTo>
                  <a:cubicBezTo>
                    <a:pt x="336" y="8987"/>
                    <a:pt x="601" y="7677"/>
                    <a:pt x="1122" y="6444"/>
                  </a:cubicBezTo>
                  <a:cubicBezTo>
                    <a:pt x="1627" y="5254"/>
                    <a:pt x="2347" y="4184"/>
                    <a:pt x="3266" y="3266"/>
                  </a:cubicBezTo>
                  <a:cubicBezTo>
                    <a:pt x="4184" y="2348"/>
                    <a:pt x="5253" y="1626"/>
                    <a:pt x="6445" y="1122"/>
                  </a:cubicBezTo>
                  <a:cubicBezTo>
                    <a:pt x="7677" y="601"/>
                    <a:pt x="8988" y="336"/>
                    <a:pt x="10337" y="336"/>
                  </a:cubicBezTo>
                  <a:close/>
                  <a:moveTo>
                    <a:pt x="10337" y="1"/>
                  </a:moveTo>
                  <a:cubicBezTo>
                    <a:pt x="8941" y="1"/>
                    <a:pt x="7589" y="273"/>
                    <a:pt x="6313" y="812"/>
                  </a:cubicBezTo>
                  <a:cubicBezTo>
                    <a:pt x="5082" y="1333"/>
                    <a:pt x="3977" y="2077"/>
                    <a:pt x="3027" y="3027"/>
                  </a:cubicBezTo>
                  <a:cubicBezTo>
                    <a:pt x="2078" y="3977"/>
                    <a:pt x="1333" y="5082"/>
                    <a:pt x="812" y="6313"/>
                  </a:cubicBezTo>
                  <a:cubicBezTo>
                    <a:pt x="274" y="7588"/>
                    <a:pt x="1" y="8942"/>
                    <a:pt x="1" y="10337"/>
                  </a:cubicBezTo>
                  <a:cubicBezTo>
                    <a:pt x="1" y="11734"/>
                    <a:pt x="273" y="13086"/>
                    <a:pt x="812" y="14362"/>
                  </a:cubicBezTo>
                  <a:cubicBezTo>
                    <a:pt x="1333" y="15592"/>
                    <a:pt x="2077" y="16697"/>
                    <a:pt x="3027" y="17647"/>
                  </a:cubicBezTo>
                  <a:cubicBezTo>
                    <a:pt x="3977" y="18596"/>
                    <a:pt x="5082" y="19342"/>
                    <a:pt x="6313" y="19862"/>
                  </a:cubicBezTo>
                  <a:cubicBezTo>
                    <a:pt x="7589" y="20400"/>
                    <a:pt x="8942" y="20674"/>
                    <a:pt x="10337" y="20674"/>
                  </a:cubicBezTo>
                  <a:lnTo>
                    <a:pt x="10337" y="20675"/>
                  </a:lnTo>
                  <a:lnTo>
                    <a:pt x="30317" y="20675"/>
                  </a:lnTo>
                  <a:lnTo>
                    <a:pt x="30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7" name="Google Shape;467;p32"/>
            <p:cNvGrpSpPr/>
            <p:nvPr/>
          </p:nvGrpSpPr>
          <p:grpSpPr>
            <a:xfrm>
              <a:off x="231110" y="3904749"/>
              <a:ext cx="977788" cy="1238759"/>
              <a:chOff x="227223" y="1681074"/>
              <a:chExt cx="977788" cy="1238759"/>
            </a:xfrm>
          </p:grpSpPr>
          <p:sp>
            <p:nvSpPr>
              <p:cNvPr id="468" name="Google Shape;468;p32"/>
              <p:cNvSpPr/>
              <p:nvPr/>
            </p:nvSpPr>
            <p:spPr>
              <a:xfrm>
                <a:off x="283700" y="1737638"/>
                <a:ext cx="864805" cy="1168054"/>
              </a:xfrm>
              <a:custGeom>
                <a:avLst/>
                <a:gdLst/>
                <a:ahLst/>
                <a:cxnLst/>
                <a:rect l="l" t="t" r="r" b="b"/>
                <a:pathLst>
                  <a:path w="29844" h="40309" extrusionOk="0">
                    <a:moveTo>
                      <a:pt x="14922" y="0"/>
                    </a:moveTo>
                    <a:cubicBezTo>
                      <a:pt x="6694" y="0"/>
                      <a:pt x="0" y="6694"/>
                      <a:pt x="0" y="14921"/>
                    </a:cubicBezTo>
                    <a:lnTo>
                      <a:pt x="0" y="40308"/>
                    </a:lnTo>
                    <a:lnTo>
                      <a:pt x="976" y="40308"/>
                    </a:lnTo>
                    <a:lnTo>
                      <a:pt x="976" y="14921"/>
                    </a:lnTo>
                    <a:cubicBezTo>
                      <a:pt x="976" y="7232"/>
                      <a:pt x="7233" y="976"/>
                      <a:pt x="14923" y="976"/>
                    </a:cubicBezTo>
                    <a:cubicBezTo>
                      <a:pt x="22612" y="976"/>
                      <a:pt x="28868" y="7232"/>
                      <a:pt x="28868" y="14921"/>
                    </a:cubicBezTo>
                    <a:lnTo>
                      <a:pt x="28868" y="40308"/>
                    </a:lnTo>
                    <a:lnTo>
                      <a:pt x="29843" y="40308"/>
                    </a:lnTo>
                    <a:lnTo>
                      <a:pt x="29843" y="14921"/>
                    </a:lnTo>
                    <a:cubicBezTo>
                      <a:pt x="29843" y="6694"/>
                      <a:pt x="23149" y="0"/>
                      <a:pt x="149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32"/>
              <p:cNvSpPr/>
              <p:nvPr/>
            </p:nvSpPr>
            <p:spPr>
              <a:xfrm>
                <a:off x="227223" y="1681074"/>
                <a:ext cx="977788" cy="1238759"/>
              </a:xfrm>
              <a:custGeom>
                <a:avLst/>
                <a:gdLst/>
                <a:ahLst/>
                <a:cxnLst/>
                <a:rect l="l" t="t" r="r" b="b"/>
                <a:pathLst>
                  <a:path w="33743" h="42749" extrusionOk="0">
                    <a:moveTo>
                      <a:pt x="16871" y="976"/>
                    </a:moveTo>
                    <a:cubicBezTo>
                      <a:pt x="25637" y="976"/>
                      <a:pt x="32767" y="8108"/>
                      <a:pt x="32767" y="16873"/>
                    </a:cubicBezTo>
                    <a:lnTo>
                      <a:pt x="32767" y="41773"/>
                    </a:lnTo>
                    <a:lnTo>
                      <a:pt x="29841" y="41773"/>
                    </a:lnTo>
                    <a:lnTo>
                      <a:pt x="29841" y="16873"/>
                    </a:lnTo>
                    <a:cubicBezTo>
                      <a:pt x="29841" y="9721"/>
                      <a:pt x="24022" y="3903"/>
                      <a:pt x="16871" y="3903"/>
                    </a:cubicBezTo>
                    <a:cubicBezTo>
                      <a:pt x="9719" y="3903"/>
                      <a:pt x="3901" y="9721"/>
                      <a:pt x="3901" y="16873"/>
                    </a:cubicBezTo>
                    <a:lnTo>
                      <a:pt x="3901" y="41773"/>
                    </a:lnTo>
                    <a:lnTo>
                      <a:pt x="976" y="41773"/>
                    </a:lnTo>
                    <a:lnTo>
                      <a:pt x="976" y="16873"/>
                    </a:lnTo>
                    <a:cubicBezTo>
                      <a:pt x="976" y="8109"/>
                      <a:pt x="8104" y="976"/>
                      <a:pt x="16871" y="976"/>
                    </a:cubicBezTo>
                    <a:close/>
                    <a:moveTo>
                      <a:pt x="16872" y="1"/>
                    </a:moveTo>
                    <a:cubicBezTo>
                      <a:pt x="7567" y="1"/>
                      <a:pt x="0" y="7571"/>
                      <a:pt x="0" y="16873"/>
                    </a:cubicBezTo>
                    <a:lnTo>
                      <a:pt x="0" y="42746"/>
                    </a:lnTo>
                    <a:lnTo>
                      <a:pt x="4877" y="42746"/>
                    </a:lnTo>
                    <a:lnTo>
                      <a:pt x="4877" y="16873"/>
                    </a:lnTo>
                    <a:cubicBezTo>
                      <a:pt x="4877" y="10258"/>
                      <a:pt x="10256" y="4878"/>
                      <a:pt x="16870" y="4878"/>
                    </a:cubicBezTo>
                    <a:cubicBezTo>
                      <a:pt x="23485" y="4878"/>
                      <a:pt x="28865" y="10258"/>
                      <a:pt x="28865" y="16873"/>
                    </a:cubicBezTo>
                    <a:lnTo>
                      <a:pt x="28865" y="42748"/>
                    </a:lnTo>
                    <a:lnTo>
                      <a:pt x="33743" y="42748"/>
                    </a:lnTo>
                    <a:lnTo>
                      <a:pt x="33743" y="16873"/>
                    </a:lnTo>
                    <a:cubicBezTo>
                      <a:pt x="33743" y="7571"/>
                      <a:pt x="26176" y="1"/>
                      <a:pt x="168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0" name="Google Shape;470;p32"/>
            <p:cNvSpPr/>
            <p:nvPr/>
          </p:nvSpPr>
          <p:spPr>
            <a:xfrm>
              <a:off x="8419124" y="4145710"/>
              <a:ext cx="9765" cy="1011720"/>
            </a:xfrm>
            <a:custGeom>
              <a:avLst/>
              <a:gdLst/>
              <a:ahLst/>
              <a:cxnLst/>
              <a:rect l="l" t="t" r="r" b="b"/>
              <a:pathLst>
                <a:path w="337" h="34914" extrusionOk="0">
                  <a:moveTo>
                    <a:pt x="1" y="0"/>
                  </a:moveTo>
                  <a:lnTo>
                    <a:pt x="1" y="34914"/>
                  </a:lnTo>
                  <a:lnTo>
                    <a:pt x="336" y="34914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2"/>
            <p:cNvSpPr/>
            <p:nvPr/>
          </p:nvSpPr>
          <p:spPr>
            <a:xfrm>
              <a:off x="4567162" y="4666294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33"/>
          <p:cNvGrpSpPr/>
          <p:nvPr/>
        </p:nvGrpSpPr>
        <p:grpSpPr>
          <a:xfrm>
            <a:off x="294215" y="8"/>
            <a:ext cx="8849795" cy="5143500"/>
            <a:chOff x="294215" y="8"/>
            <a:chExt cx="8849795" cy="5143500"/>
          </a:xfrm>
        </p:grpSpPr>
        <p:sp>
          <p:nvSpPr>
            <p:cNvPr id="474" name="Google Shape;474;p33"/>
            <p:cNvSpPr/>
            <p:nvPr/>
          </p:nvSpPr>
          <p:spPr>
            <a:xfrm>
              <a:off x="8542695" y="3101316"/>
              <a:ext cx="347730" cy="370217"/>
            </a:xfrm>
            <a:custGeom>
              <a:avLst/>
              <a:gdLst/>
              <a:ahLst/>
              <a:cxnLst/>
              <a:rect l="l" t="t" r="r" b="b"/>
              <a:pathLst>
                <a:path w="12000" h="12776" extrusionOk="0">
                  <a:moveTo>
                    <a:pt x="781" y="0"/>
                  </a:moveTo>
                  <a:cubicBezTo>
                    <a:pt x="350" y="0"/>
                    <a:pt x="0" y="350"/>
                    <a:pt x="0" y="781"/>
                  </a:cubicBezTo>
                  <a:cubicBezTo>
                    <a:pt x="0" y="1213"/>
                    <a:pt x="350" y="1563"/>
                    <a:pt x="781" y="1563"/>
                  </a:cubicBezTo>
                  <a:lnTo>
                    <a:pt x="7161" y="1563"/>
                  </a:lnTo>
                  <a:cubicBezTo>
                    <a:pt x="8968" y="1563"/>
                    <a:pt x="10440" y="3033"/>
                    <a:pt x="10440" y="4842"/>
                  </a:cubicBezTo>
                  <a:cubicBezTo>
                    <a:pt x="10440" y="6650"/>
                    <a:pt x="8968" y="8121"/>
                    <a:pt x="7161" y="8121"/>
                  </a:cubicBezTo>
                  <a:lnTo>
                    <a:pt x="2329" y="8121"/>
                  </a:lnTo>
                  <a:cubicBezTo>
                    <a:pt x="1045" y="8121"/>
                    <a:pt x="1" y="9165"/>
                    <a:pt x="1" y="10448"/>
                  </a:cubicBezTo>
                  <a:cubicBezTo>
                    <a:pt x="1" y="11730"/>
                    <a:pt x="1045" y="12775"/>
                    <a:pt x="2329" y="12775"/>
                  </a:cubicBezTo>
                  <a:lnTo>
                    <a:pt x="7161" y="12775"/>
                  </a:lnTo>
                  <a:cubicBezTo>
                    <a:pt x="7591" y="12775"/>
                    <a:pt x="7941" y="12425"/>
                    <a:pt x="7941" y="11994"/>
                  </a:cubicBezTo>
                  <a:cubicBezTo>
                    <a:pt x="7941" y="11563"/>
                    <a:pt x="7591" y="11213"/>
                    <a:pt x="7161" y="11213"/>
                  </a:cubicBezTo>
                  <a:lnTo>
                    <a:pt x="2329" y="11213"/>
                  </a:lnTo>
                  <a:cubicBezTo>
                    <a:pt x="1905" y="11213"/>
                    <a:pt x="1561" y="10868"/>
                    <a:pt x="1561" y="10446"/>
                  </a:cubicBezTo>
                  <a:cubicBezTo>
                    <a:pt x="1561" y="10023"/>
                    <a:pt x="1906" y="9680"/>
                    <a:pt x="2329" y="9680"/>
                  </a:cubicBezTo>
                  <a:lnTo>
                    <a:pt x="7161" y="9680"/>
                  </a:lnTo>
                  <a:cubicBezTo>
                    <a:pt x="9830" y="9680"/>
                    <a:pt x="12000" y="7509"/>
                    <a:pt x="12000" y="4840"/>
                  </a:cubicBezTo>
                  <a:cubicBezTo>
                    <a:pt x="12000" y="2172"/>
                    <a:pt x="9830" y="0"/>
                    <a:pt x="7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5476399" y="8"/>
              <a:ext cx="388414" cy="868832"/>
            </a:xfrm>
            <a:custGeom>
              <a:avLst/>
              <a:gdLst/>
              <a:ahLst/>
              <a:cxnLst/>
              <a:rect l="l" t="t" r="r" b="b"/>
              <a:pathLst>
                <a:path w="13404" h="29983" extrusionOk="0">
                  <a:moveTo>
                    <a:pt x="1" y="1"/>
                  </a:moveTo>
                  <a:lnTo>
                    <a:pt x="1" y="23281"/>
                  </a:lnTo>
                  <a:cubicBezTo>
                    <a:pt x="1" y="26981"/>
                    <a:pt x="3000" y="29982"/>
                    <a:pt x="6701" y="29982"/>
                  </a:cubicBezTo>
                  <a:cubicBezTo>
                    <a:pt x="10403" y="29982"/>
                    <a:pt x="13403" y="26983"/>
                    <a:pt x="13402" y="23281"/>
                  </a:cubicBezTo>
                  <a:lnTo>
                    <a:pt x="134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6" name="Google Shape;476;p33"/>
            <p:cNvGrpSpPr/>
            <p:nvPr/>
          </p:nvGrpSpPr>
          <p:grpSpPr>
            <a:xfrm>
              <a:off x="8166223" y="3904749"/>
              <a:ext cx="977788" cy="1238759"/>
              <a:chOff x="227223" y="1681074"/>
              <a:chExt cx="977788" cy="1238759"/>
            </a:xfrm>
          </p:grpSpPr>
          <p:sp>
            <p:nvSpPr>
              <p:cNvPr id="477" name="Google Shape;477;p33"/>
              <p:cNvSpPr/>
              <p:nvPr/>
            </p:nvSpPr>
            <p:spPr>
              <a:xfrm>
                <a:off x="283700" y="1737638"/>
                <a:ext cx="864805" cy="1168054"/>
              </a:xfrm>
              <a:custGeom>
                <a:avLst/>
                <a:gdLst/>
                <a:ahLst/>
                <a:cxnLst/>
                <a:rect l="l" t="t" r="r" b="b"/>
                <a:pathLst>
                  <a:path w="29844" h="40309" extrusionOk="0">
                    <a:moveTo>
                      <a:pt x="14922" y="0"/>
                    </a:moveTo>
                    <a:cubicBezTo>
                      <a:pt x="6694" y="0"/>
                      <a:pt x="0" y="6694"/>
                      <a:pt x="0" y="14921"/>
                    </a:cubicBezTo>
                    <a:lnTo>
                      <a:pt x="0" y="40308"/>
                    </a:lnTo>
                    <a:lnTo>
                      <a:pt x="976" y="40308"/>
                    </a:lnTo>
                    <a:lnTo>
                      <a:pt x="976" y="14921"/>
                    </a:lnTo>
                    <a:cubicBezTo>
                      <a:pt x="976" y="7232"/>
                      <a:pt x="7233" y="976"/>
                      <a:pt x="14923" y="976"/>
                    </a:cubicBezTo>
                    <a:cubicBezTo>
                      <a:pt x="22612" y="976"/>
                      <a:pt x="28868" y="7232"/>
                      <a:pt x="28868" y="14921"/>
                    </a:cubicBezTo>
                    <a:lnTo>
                      <a:pt x="28868" y="40308"/>
                    </a:lnTo>
                    <a:lnTo>
                      <a:pt x="29843" y="40308"/>
                    </a:lnTo>
                    <a:lnTo>
                      <a:pt x="29843" y="14921"/>
                    </a:lnTo>
                    <a:cubicBezTo>
                      <a:pt x="29843" y="6694"/>
                      <a:pt x="23149" y="0"/>
                      <a:pt x="149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33"/>
              <p:cNvSpPr/>
              <p:nvPr/>
            </p:nvSpPr>
            <p:spPr>
              <a:xfrm>
                <a:off x="227223" y="1681074"/>
                <a:ext cx="977788" cy="1238759"/>
              </a:xfrm>
              <a:custGeom>
                <a:avLst/>
                <a:gdLst/>
                <a:ahLst/>
                <a:cxnLst/>
                <a:rect l="l" t="t" r="r" b="b"/>
                <a:pathLst>
                  <a:path w="33743" h="42749" extrusionOk="0">
                    <a:moveTo>
                      <a:pt x="16871" y="976"/>
                    </a:moveTo>
                    <a:cubicBezTo>
                      <a:pt x="25637" y="976"/>
                      <a:pt x="32767" y="8108"/>
                      <a:pt x="32767" y="16873"/>
                    </a:cubicBezTo>
                    <a:lnTo>
                      <a:pt x="32767" y="41773"/>
                    </a:lnTo>
                    <a:lnTo>
                      <a:pt x="29841" y="41773"/>
                    </a:lnTo>
                    <a:lnTo>
                      <a:pt x="29841" y="16873"/>
                    </a:lnTo>
                    <a:cubicBezTo>
                      <a:pt x="29841" y="9721"/>
                      <a:pt x="24022" y="3903"/>
                      <a:pt x="16871" y="3903"/>
                    </a:cubicBezTo>
                    <a:cubicBezTo>
                      <a:pt x="9719" y="3903"/>
                      <a:pt x="3901" y="9721"/>
                      <a:pt x="3901" y="16873"/>
                    </a:cubicBezTo>
                    <a:lnTo>
                      <a:pt x="3901" y="41773"/>
                    </a:lnTo>
                    <a:lnTo>
                      <a:pt x="976" y="41773"/>
                    </a:lnTo>
                    <a:lnTo>
                      <a:pt x="976" y="16873"/>
                    </a:lnTo>
                    <a:cubicBezTo>
                      <a:pt x="976" y="8109"/>
                      <a:pt x="8104" y="976"/>
                      <a:pt x="16871" y="976"/>
                    </a:cubicBezTo>
                    <a:close/>
                    <a:moveTo>
                      <a:pt x="16872" y="1"/>
                    </a:moveTo>
                    <a:cubicBezTo>
                      <a:pt x="7567" y="1"/>
                      <a:pt x="0" y="7571"/>
                      <a:pt x="0" y="16873"/>
                    </a:cubicBezTo>
                    <a:lnTo>
                      <a:pt x="0" y="42746"/>
                    </a:lnTo>
                    <a:lnTo>
                      <a:pt x="4877" y="42746"/>
                    </a:lnTo>
                    <a:lnTo>
                      <a:pt x="4877" y="16873"/>
                    </a:lnTo>
                    <a:cubicBezTo>
                      <a:pt x="4877" y="10258"/>
                      <a:pt x="10256" y="4878"/>
                      <a:pt x="16870" y="4878"/>
                    </a:cubicBezTo>
                    <a:cubicBezTo>
                      <a:pt x="23485" y="4878"/>
                      <a:pt x="28865" y="10258"/>
                      <a:pt x="28865" y="16873"/>
                    </a:cubicBezTo>
                    <a:lnTo>
                      <a:pt x="28865" y="42748"/>
                    </a:lnTo>
                    <a:lnTo>
                      <a:pt x="33743" y="42748"/>
                    </a:lnTo>
                    <a:lnTo>
                      <a:pt x="33743" y="16873"/>
                    </a:lnTo>
                    <a:cubicBezTo>
                      <a:pt x="33743" y="7571"/>
                      <a:pt x="26176" y="1"/>
                      <a:pt x="168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9" name="Google Shape;479;p33"/>
            <p:cNvSpPr/>
            <p:nvPr/>
          </p:nvSpPr>
          <p:spPr>
            <a:xfrm>
              <a:off x="6866672" y="4759916"/>
              <a:ext cx="639331" cy="383575"/>
            </a:xfrm>
            <a:custGeom>
              <a:avLst/>
              <a:gdLst/>
              <a:ahLst/>
              <a:cxnLst/>
              <a:rect l="l" t="t" r="r" b="b"/>
              <a:pathLst>
                <a:path w="22063" h="13237" extrusionOk="0">
                  <a:moveTo>
                    <a:pt x="11031" y="0"/>
                  </a:moveTo>
                  <a:cubicBezTo>
                    <a:pt x="4940" y="0"/>
                    <a:pt x="0" y="4939"/>
                    <a:pt x="0" y="11030"/>
                  </a:cubicBezTo>
                  <a:lnTo>
                    <a:pt x="0" y="13237"/>
                  </a:lnTo>
                  <a:lnTo>
                    <a:pt x="22062" y="13237"/>
                  </a:lnTo>
                  <a:lnTo>
                    <a:pt x="22062" y="11030"/>
                  </a:lnTo>
                  <a:cubicBezTo>
                    <a:pt x="22062" y="4939"/>
                    <a:pt x="17123" y="0"/>
                    <a:pt x="11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362436" y="10"/>
              <a:ext cx="9765" cy="1011720"/>
            </a:xfrm>
            <a:custGeom>
              <a:avLst/>
              <a:gdLst/>
              <a:ahLst/>
              <a:cxnLst/>
              <a:rect l="l" t="t" r="r" b="b"/>
              <a:pathLst>
                <a:path w="337" h="34914" extrusionOk="0">
                  <a:moveTo>
                    <a:pt x="1" y="0"/>
                  </a:moveTo>
                  <a:lnTo>
                    <a:pt x="1" y="34914"/>
                  </a:lnTo>
                  <a:lnTo>
                    <a:pt x="336" y="34914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294215" y="2408778"/>
              <a:ext cx="146191" cy="427273"/>
            </a:xfrm>
            <a:custGeom>
              <a:avLst/>
              <a:gdLst/>
              <a:ahLst/>
              <a:cxnLst/>
              <a:rect l="l" t="t" r="r" b="b"/>
              <a:pathLst>
                <a:path w="5045" h="14745" extrusionOk="0">
                  <a:moveTo>
                    <a:pt x="2523" y="1"/>
                  </a:moveTo>
                  <a:cubicBezTo>
                    <a:pt x="1130" y="1"/>
                    <a:pt x="1" y="1130"/>
                    <a:pt x="1" y="2523"/>
                  </a:cubicBezTo>
                  <a:cubicBezTo>
                    <a:pt x="1" y="3723"/>
                    <a:pt x="840" y="4724"/>
                    <a:pt x="1962" y="4980"/>
                  </a:cubicBezTo>
                  <a:cubicBezTo>
                    <a:pt x="840" y="5235"/>
                    <a:pt x="1" y="6237"/>
                    <a:pt x="1" y="7438"/>
                  </a:cubicBezTo>
                  <a:cubicBezTo>
                    <a:pt x="1" y="8552"/>
                    <a:pt x="727" y="9497"/>
                    <a:pt x="1729" y="9830"/>
                  </a:cubicBezTo>
                  <a:cubicBezTo>
                    <a:pt x="725" y="10163"/>
                    <a:pt x="1" y="11107"/>
                    <a:pt x="1" y="12222"/>
                  </a:cubicBezTo>
                  <a:cubicBezTo>
                    <a:pt x="1" y="13615"/>
                    <a:pt x="1130" y="14744"/>
                    <a:pt x="2523" y="14744"/>
                  </a:cubicBezTo>
                  <a:cubicBezTo>
                    <a:pt x="3915" y="14744"/>
                    <a:pt x="5044" y="13615"/>
                    <a:pt x="5044" y="12222"/>
                  </a:cubicBezTo>
                  <a:cubicBezTo>
                    <a:pt x="5044" y="11107"/>
                    <a:pt x="4320" y="10162"/>
                    <a:pt x="3316" y="9830"/>
                  </a:cubicBezTo>
                  <a:cubicBezTo>
                    <a:pt x="4320" y="9497"/>
                    <a:pt x="5044" y="8553"/>
                    <a:pt x="5044" y="7438"/>
                  </a:cubicBezTo>
                  <a:cubicBezTo>
                    <a:pt x="5044" y="6237"/>
                    <a:pt x="4206" y="5235"/>
                    <a:pt x="3083" y="4980"/>
                  </a:cubicBezTo>
                  <a:cubicBezTo>
                    <a:pt x="4206" y="4724"/>
                    <a:pt x="5044" y="3723"/>
                    <a:pt x="5044" y="2523"/>
                  </a:cubicBezTo>
                  <a:cubicBezTo>
                    <a:pt x="5044" y="1130"/>
                    <a:pt x="3915" y="1"/>
                    <a:pt x="2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362649" y="4603494"/>
              <a:ext cx="9331" cy="537504"/>
            </a:xfrm>
            <a:custGeom>
              <a:avLst/>
              <a:gdLst/>
              <a:ahLst/>
              <a:cxnLst/>
              <a:rect l="l" t="t" r="r" b="b"/>
              <a:pathLst>
                <a:path w="322" h="18549" extrusionOk="0">
                  <a:moveTo>
                    <a:pt x="1" y="1"/>
                  </a:moveTo>
                  <a:lnTo>
                    <a:pt x="1" y="18548"/>
                  </a:lnTo>
                  <a:lnTo>
                    <a:pt x="322" y="18548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a"/>
              <a:buNone/>
              <a:defRPr sz="3000" b="1">
                <a:solidFill>
                  <a:schemeClr val="dk1"/>
                </a:solidFill>
                <a:latin typeface="Arima"/>
                <a:ea typeface="Arima"/>
                <a:cs typeface="Arima"/>
                <a:sym typeface="Ari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a"/>
              <a:buNone/>
              <a:defRPr sz="3000" b="1">
                <a:solidFill>
                  <a:schemeClr val="dk1"/>
                </a:solidFill>
                <a:latin typeface="Arima"/>
                <a:ea typeface="Arima"/>
                <a:cs typeface="Arima"/>
                <a:sym typeface="Ari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a"/>
              <a:buNone/>
              <a:defRPr sz="3000" b="1">
                <a:solidFill>
                  <a:schemeClr val="dk1"/>
                </a:solidFill>
                <a:latin typeface="Arima"/>
                <a:ea typeface="Arima"/>
                <a:cs typeface="Arima"/>
                <a:sym typeface="Ari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a"/>
              <a:buNone/>
              <a:defRPr sz="3000" b="1">
                <a:solidFill>
                  <a:schemeClr val="dk1"/>
                </a:solidFill>
                <a:latin typeface="Arima"/>
                <a:ea typeface="Arima"/>
                <a:cs typeface="Arima"/>
                <a:sym typeface="Ari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a"/>
              <a:buNone/>
              <a:defRPr sz="3000" b="1">
                <a:solidFill>
                  <a:schemeClr val="dk1"/>
                </a:solidFill>
                <a:latin typeface="Arima"/>
                <a:ea typeface="Arima"/>
                <a:cs typeface="Arima"/>
                <a:sym typeface="Ari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a"/>
              <a:buNone/>
              <a:defRPr sz="3000" b="1">
                <a:solidFill>
                  <a:schemeClr val="dk1"/>
                </a:solidFill>
                <a:latin typeface="Arima"/>
                <a:ea typeface="Arima"/>
                <a:cs typeface="Arima"/>
                <a:sym typeface="Ari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a"/>
              <a:buNone/>
              <a:defRPr sz="3000" b="1">
                <a:solidFill>
                  <a:schemeClr val="dk1"/>
                </a:solidFill>
                <a:latin typeface="Arima"/>
                <a:ea typeface="Arima"/>
                <a:cs typeface="Arima"/>
                <a:sym typeface="Ari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a"/>
              <a:buNone/>
              <a:defRPr sz="3000" b="1">
                <a:solidFill>
                  <a:schemeClr val="dk1"/>
                </a:solidFill>
                <a:latin typeface="Arima"/>
                <a:ea typeface="Arima"/>
                <a:cs typeface="Arima"/>
                <a:sym typeface="Ari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a"/>
              <a:buNone/>
              <a:defRPr sz="3000" b="1">
                <a:solidFill>
                  <a:schemeClr val="dk1"/>
                </a:solidFill>
                <a:latin typeface="Arima"/>
                <a:ea typeface="Arima"/>
                <a:cs typeface="Arima"/>
                <a:sym typeface="Arim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8" r:id="rId6"/>
    <p:sldLayoutId id="2147483659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70" r:id="rId13"/>
    <p:sldLayoutId id="2147483671" r:id="rId14"/>
    <p:sldLayoutId id="2147483672" r:id="rId15"/>
    <p:sldLayoutId id="2147483677" r:id="rId16"/>
    <p:sldLayoutId id="2147483678" r:id="rId17"/>
    <p:sldLayoutId id="214748367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7"/>
          <p:cNvSpPr txBox="1">
            <a:spLocks noGrp="1"/>
          </p:cNvSpPr>
          <p:nvPr>
            <p:ph type="ctrTitle"/>
          </p:nvPr>
        </p:nvSpPr>
        <p:spPr>
          <a:xfrm>
            <a:off x="719850" y="1049363"/>
            <a:ext cx="7704300" cy="261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DIGIWIZARD</a:t>
            </a:r>
            <a:br>
              <a:rPr lang="en" dirty="0"/>
            </a:br>
            <a:r>
              <a:rPr lang="en" dirty="0"/>
              <a:t> </a:t>
            </a:r>
            <a:r>
              <a:rPr lang="en" sz="4500" dirty="0">
                <a:solidFill>
                  <a:schemeClr val="accent1"/>
                </a:solidFill>
              </a:rPr>
              <a:t>A Modular Multi-D</a:t>
            </a:r>
            <a:r>
              <a:rPr lang="en-US" sz="4500" dirty="0">
                <a:solidFill>
                  <a:schemeClr val="accent1"/>
                </a:solidFill>
              </a:rPr>
              <a:t>e</a:t>
            </a:r>
            <a:r>
              <a:rPr lang="en" sz="4500" dirty="0">
                <a:solidFill>
                  <a:schemeClr val="accent1"/>
                </a:solidFill>
              </a:rPr>
              <a:t>v Tablet</a:t>
            </a:r>
            <a:endParaRPr sz="45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9"/>
          <p:cNvSpPr txBox="1">
            <a:spLocks noGrp="1"/>
          </p:cNvSpPr>
          <p:nvPr>
            <p:ph type="title"/>
          </p:nvPr>
        </p:nvSpPr>
        <p:spPr>
          <a:xfrm rot="1973">
            <a:off x="2318837" y="1426351"/>
            <a:ext cx="1045200" cy="60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9" name="Google Shape;509;p39"/>
          <p:cNvSpPr txBox="1">
            <a:spLocks noGrp="1"/>
          </p:cNvSpPr>
          <p:nvPr>
            <p:ph type="subTitle" idx="1"/>
          </p:nvPr>
        </p:nvSpPr>
        <p:spPr>
          <a:xfrm>
            <a:off x="1342738" y="2248152"/>
            <a:ext cx="29973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</a:t>
            </a:r>
            <a:r>
              <a:rPr lang="en" b="1" dirty="0"/>
              <a:t>describe the topic</a:t>
            </a:r>
            <a:r>
              <a:rPr lang="en" dirty="0"/>
              <a:t> of the section here</a:t>
            </a:r>
            <a:endParaRPr dirty="0"/>
          </a:p>
        </p:txBody>
      </p:sp>
      <p:sp>
        <p:nvSpPr>
          <p:cNvPr id="510" name="Google Shape;510;p39"/>
          <p:cNvSpPr txBox="1">
            <a:spLocks noGrp="1"/>
          </p:cNvSpPr>
          <p:nvPr>
            <p:ph type="title" idx="15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11" name="Google Shape;511;p39"/>
          <p:cNvSpPr txBox="1">
            <a:spLocks noGrp="1"/>
          </p:cNvSpPr>
          <p:nvPr>
            <p:ph type="title" idx="2"/>
          </p:nvPr>
        </p:nvSpPr>
        <p:spPr>
          <a:xfrm rot="1973">
            <a:off x="2318837" y="3178901"/>
            <a:ext cx="1045200" cy="60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12" name="Google Shape;512;p39"/>
          <p:cNvSpPr txBox="1">
            <a:spLocks noGrp="1"/>
          </p:cNvSpPr>
          <p:nvPr>
            <p:ph type="subTitle" idx="3"/>
          </p:nvPr>
        </p:nvSpPr>
        <p:spPr>
          <a:xfrm>
            <a:off x="1342738" y="4000800"/>
            <a:ext cx="29973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</a:t>
            </a:r>
            <a:r>
              <a:rPr lang="en" b="1"/>
              <a:t>describe the topic </a:t>
            </a:r>
            <a:r>
              <a:rPr lang="en"/>
              <a:t>of the section here</a:t>
            </a:r>
            <a:endParaRPr/>
          </a:p>
        </p:txBody>
      </p:sp>
      <p:sp>
        <p:nvSpPr>
          <p:cNvPr id="513" name="Google Shape;513;p39"/>
          <p:cNvSpPr txBox="1">
            <a:spLocks noGrp="1"/>
          </p:cNvSpPr>
          <p:nvPr>
            <p:ph type="title" idx="4"/>
          </p:nvPr>
        </p:nvSpPr>
        <p:spPr>
          <a:xfrm rot="1973">
            <a:off x="5780012" y="1426351"/>
            <a:ext cx="1045200" cy="60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14" name="Google Shape;514;p39"/>
          <p:cNvSpPr txBox="1">
            <a:spLocks noGrp="1"/>
          </p:cNvSpPr>
          <p:nvPr>
            <p:ph type="subTitle" idx="5"/>
          </p:nvPr>
        </p:nvSpPr>
        <p:spPr>
          <a:xfrm>
            <a:off x="4803963" y="2248152"/>
            <a:ext cx="29973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</a:t>
            </a:r>
            <a:r>
              <a:rPr lang="en" b="1"/>
              <a:t>describe the topic </a:t>
            </a:r>
            <a:r>
              <a:rPr lang="en"/>
              <a:t>of the section here</a:t>
            </a:r>
            <a:endParaRPr/>
          </a:p>
        </p:txBody>
      </p:sp>
      <p:sp>
        <p:nvSpPr>
          <p:cNvPr id="515" name="Google Shape;515;p39"/>
          <p:cNvSpPr txBox="1">
            <a:spLocks noGrp="1"/>
          </p:cNvSpPr>
          <p:nvPr>
            <p:ph type="title" idx="6"/>
          </p:nvPr>
        </p:nvSpPr>
        <p:spPr>
          <a:xfrm rot="1973">
            <a:off x="5780012" y="3178901"/>
            <a:ext cx="1045200" cy="60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16" name="Google Shape;516;p39"/>
          <p:cNvSpPr txBox="1">
            <a:spLocks noGrp="1"/>
          </p:cNvSpPr>
          <p:nvPr>
            <p:ph type="subTitle" idx="7"/>
          </p:nvPr>
        </p:nvSpPr>
        <p:spPr>
          <a:xfrm>
            <a:off x="4803963" y="4000801"/>
            <a:ext cx="29973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</a:t>
            </a:r>
            <a:r>
              <a:rPr lang="en" b="1"/>
              <a:t> describe the topic </a:t>
            </a:r>
            <a:r>
              <a:rPr lang="en"/>
              <a:t>of the section here</a:t>
            </a:r>
            <a:endParaRPr/>
          </a:p>
        </p:txBody>
      </p:sp>
      <p:sp>
        <p:nvSpPr>
          <p:cNvPr id="517" name="Google Shape;517;p39"/>
          <p:cNvSpPr txBox="1">
            <a:spLocks noGrp="1"/>
          </p:cNvSpPr>
          <p:nvPr>
            <p:ph type="subTitle" idx="8"/>
          </p:nvPr>
        </p:nvSpPr>
        <p:spPr>
          <a:xfrm>
            <a:off x="1342738" y="1855350"/>
            <a:ext cx="29973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518" name="Google Shape;518;p39"/>
          <p:cNvSpPr txBox="1">
            <a:spLocks noGrp="1"/>
          </p:cNvSpPr>
          <p:nvPr>
            <p:ph type="subTitle" idx="9"/>
          </p:nvPr>
        </p:nvSpPr>
        <p:spPr>
          <a:xfrm>
            <a:off x="1342738" y="3608024"/>
            <a:ext cx="29973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Theoretical framework</a:t>
            </a:r>
            <a:endParaRPr/>
          </a:p>
        </p:txBody>
      </p:sp>
      <p:sp>
        <p:nvSpPr>
          <p:cNvPr id="519" name="Google Shape;519;p39"/>
          <p:cNvSpPr txBox="1">
            <a:spLocks noGrp="1"/>
          </p:cNvSpPr>
          <p:nvPr>
            <p:ph type="subTitle" idx="13"/>
          </p:nvPr>
        </p:nvSpPr>
        <p:spPr>
          <a:xfrm>
            <a:off x="4803963" y="1855350"/>
            <a:ext cx="29973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Research methodology</a:t>
            </a:r>
            <a:endParaRPr/>
          </a:p>
        </p:txBody>
      </p:sp>
      <p:sp>
        <p:nvSpPr>
          <p:cNvPr id="520" name="Google Shape;520;p39"/>
          <p:cNvSpPr txBox="1">
            <a:spLocks noGrp="1"/>
          </p:cNvSpPr>
          <p:nvPr>
            <p:ph type="subTitle" idx="14"/>
          </p:nvPr>
        </p:nvSpPr>
        <p:spPr>
          <a:xfrm>
            <a:off x="4803963" y="3608025"/>
            <a:ext cx="2997300" cy="55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Data presentation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1"/>
          <p:cNvSpPr txBox="1">
            <a:spLocks noGrp="1"/>
          </p:cNvSpPr>
          <p:nvPr>
            <p:ph type="title"/>
          </p:nvPr>
        </p:nvSpPr>
        <p:spPr>
          <a:xfrm>
            <a:off x="1427850" y="1987200"/>
            <a:ext cx="6288300" cy="116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>
          <a:extLst>
            <a:ext uri="{FF2B5EF4-FFF2-40B4-BE49-F238E27FC236}">
              <a16:creationId xmlns:a16="http://schemas.microsoft.com/office/drawing/2014/main" id="{7C6752F4-2B2E-8BC1-6E13-EE4C408D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3">
            <a:extLst>
              <a:ext uri="{FF2B5EF4-FFF2-40B4-BE49-F238E27FC236}">
                <a16:creationId xmlns:a16="http://schemas.microsoft.com/office/drawing/2014/main" id="{D39ACC57-4296-50EF-5448-253C8C4C843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243773"/>
            <a:ext cx="7704000" cy="31342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just">
              <a:buNone/>
            </a:pPr>
            <a:r>
              <a:rPr lang="en-US" sz="1600" dirty="0"/>
              <a:t>This project develops a Raspberry Pi-based tablet providing an Android-like user experience while maintaining the flexibility of Linux. Using Raspberry Pi OS, the system ensures compatibility with hardware and supports advanced customization. The tablet also includes IR and RFID/NFC detection, expanding its use for signal analysis, smart home monitoring, and IoT prototyping. Its modular design allows for future upgrades, while the open-source environment supports customization for various applications. This project presents a versatile, cost-effective, and multi-purpose platform for modern technology.</a:t>
            </a:r>
          </a:p>
        </p:txBody>
      </p:sp>
      <p:sp>
        <p:nvSpPr>
          <p:cNvPr id="549" name="Google Shape;549;p43">
            <a:extLst>
              <a:ext uri="{FF2B5EF4-FFF2-40B4-BE49-F238E27FC236}">
                <a16:creationId xmlns:a16="http://schemas.microsoft.com/office/drawing/2014/main" id="{80A4309F-1C3E-20BF-4F60-926CE74174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our prototype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8432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>
          <a:extLst>
            <a:ext uri="{FF2B5EF4-FFF2-40B4-BE49-F238E27FC236}">
              <a16:creationId xmlns:a16="http://schemas.microsoft.com/office/drawing/2014/main" id="{037DE298-9702-ADE0-B7A9-95E9D0C5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2">
            <a:extLst>
              <a:ext uri="{FF2B5EF4-FFF2-40B4-BE49-F238E27FC236}">
                <a16:creationId xmlns:a16="http://schemas.microsoft.com/office/drawing/2014/main" id="{A885EC9C-3E3A-F95E-12C6-4AC6FD47391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391763" y="1799975"/>
            <a:ext cx="4360200" cy="20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Literature Review</a:t>
            </a:r>
            <a:endParaRPr dirty="0"/>
          </a:p>
        </p:txBody>
      </p:sp>
      <p:sp>
        <p:nvSpPr>
          <p:cNvPr id="538" name="Google Shape;538;p42">
            <a:extLst>
              <a:ext uri="{FF2B5EF4-FFF2-40B4-BE49-F238E27FC236}">
                <a16:creationId xmlns:a16="http://schemas.microsoft.com/office/drawing/2014/main" id="{6170772E-BB93-FC7C-DFA6-1A96ADAEDA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76788" y="797050"/>
            <a:ext cx="2390700" cy="103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540" name="Google Shape;540;p42">
            <a:extLst>
              <a:ext uri="{FF2B5EF4-FFF2-40B4-BE49-F238E27FC236}">
                <a16:creationId xmlns:a16="http://schemas.microsoft.com/office/drawing/2014/main" id="{37247540-3092-793C-7AA0-4B102602194E}"/>
              </a:ext>
            </a:extLst>
          </p:cNvPr>
          <p:cNvGrpSpPr/>
          <p:nvPr/>
        </p:nvGrpSpPr>
        <p:grpSpPr>
          <a:xfrm>
            <a:off x="619448" y="3952499"/>
            <a:ext cx="977788" cy="1238759"/>
            <a:chOff x="227223" y="1681074"/>
            <a:chExt cx="977788" cy="1238759"/>
          </a:xfrm>
        </p:grpSpPr>
        <p:sp>
          <p:nvSpPr>
            <p:cNvPr id="541" name="Google Shape;541;p42">
              <a:extLst>
                <a:ext uri="{FF2B5EF4-FFF2-40B4-BE49-F238E27FC236}">
                  <a16:creationId xmlns:a16="http://schemas.microsoft.com/office/drawing/2014/main" id="{433F9C22-0A5A-57CE-1180-D5F7FF26B0E3}"/>
                </a:ext>
              </a:extLst>
            </p:cNvPr>
            <p:cNvSpPr/>
            <p:nvPr/>
          </p:nvSpPr>
          <p:spPr>
            <a:xfrm>
              <a:off x="283700" y="1737638"/>
              <a:ext cx="864805" cy="1168054"/>
            </a:xfrm>
            <a:custGeom>
              <a:avLst/>
              <a:gdLst/>
              <a:ahLst/>
              <a:cxnLst/>
              <a:rect l="l" t="t" r="r" b="b"/>
              <a:pathLst>
                <a:path w="29844" h="40309" extrusionOk="0">
                  <a:moveTo>
                    <a:pt x="14922" y="0"/>
                  </a:moveTo>
                  <a:cubicBezTo>
                    <a:pt x="6694" y="0"/>
                    <a:pt x="0" y="6694"/>
                    <a:pt x="0" y="14921"/>
                  </a:cubicBezTo>
                  <a:lnTo>
                    <a:pt x="0" y="40308"/>
                  </a:lnTo>
                  <a:lnTo>
                    <a:pt x="976" y="40308"/>
                  </a:lnTo>
                  <a:lnTo>
                    <a:pt x="976" y="14921"/>
                  </a:lnTo>
                  <a:cubicBezTo>
                    <a:pt x="976" y="7232"/>
                    <a:pt x="7233" y="976"/>
                    <a:pt x="14923" y="976"/>
                  </a:cubicBezTo>
                  <a:cubicBezTo>
                    <a:pt x="22612" y="976"/>
                    <a:pt x="28868" y="7232"/>
                    <a:pt x="28868" y="14921"/>
                  </a:cubicBezTo>
                  <a:lnTo>
                    <a:pt x="28868" y="40308"/>
                  </a:lnTo>
                  <a:lnTo>
                    <a:pt x="29843" y="40308"/>
                  </a:lnTo>
                  <a:lnTo>
                    <a:pt x="29843" y="14921"/>
                  </a:lnTo>
                  <a:cubicBezTo>
                    <a:pt x="29843" y="6694"/>
                    <a:pt x="23149" y="0"/>
                    <a:pt x="149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2">
              <a:extLst>
                <a:ext uri="{FF2B5EF4-FFF2-40B4-BE49-F238E27FC236}">
                  <a16:creationId xmlns:a16="http://schemas.microsoft.com/office/drawing/2014/main" id="{01ADD621-529A-92C9-314B-7E40F5238FDE}"/>
                </a:ext>
              </a:extLst>
            </p:cNvPr>
            <p:cNvSpPr/>
            <p:nvPr/>
          </p:nvSpPr>
          <p:spPr>
            <a:xfrm>
              <a:off x="227223" y="1681074"/>
              <a:ext cx="977788" cy="1238759"/>
            </a:xfrm>
            <a:custGeom>
              <a:avLst/>
              <a:gdLst/>
              <a:ahLst/>
              <a:cxnLst/>
              <a:rect l="l" t="t" r="r" b="b"/>
              <a:pathLst>
                <a:path w="33743" h="42749" extrusionOk="0">
                  <a:moveTo>
                    <a:pt x="16871" y="976"/>
                  </a:moveTo>
                  <a:cubicBezTo>
                    <a:pt x="25637" y="976"/>
                    <a:pt x="32767" y="8108"/>
                    <a:pt x="32767" y="16873"/>
                  </a:cubicBezTo>
                  <a:lnTo>
                    <a:pt x="32767" y="41773"/>
                  </a:lnTo>
                  <a:lnTo>
                    <a:pt x="29841" y="41773"/>
                  </a:lnTo>
                  <a:lnTo>
                    <a:pt x="29841" y="16873"/>
                  </a:lnTo>
                  <a:cubicBezTo>
                    <a:pt x="29841" y="9721"/>
                    <a:pt x="24022" y="3903"/>
                    <a:pt x="16871" y="3903"/>
                  </a:cubicBezTo>
                  <a:cubicBezTo>
                    <a:pt x="9719" y="3903"/>
                    <a:pt x="3901" y="9721"/>
                    <a:pt x="3901" y="16873"/>
                  </a:cubicBezTo>
                  <a:lnTo>
                    <a:pt x="3901" y="41773"/>
                  </a:lnTo>
                  <a:lnTo>
                    <a:pt x="976" y="41773"/>
                  </a:lnTo>
                  <a:lnTo>
                    <a:pt x="976" y="16873"/>
                  </a:lnTo>
                  <a:cubicBezTo>
                    <a:pt x="976" y="8109"/>
                    <a:pt x="8104" y="976"/>
                    <a:pt x="16871" y="976"/>
                  </a:cubicBezTo>
                  <a:close/>
                  <a:moveTo>
                    <a:pt x="16872" y="1"/>
                  </a:moveTo>
                  <a:cubicBezTo>
                    <a:pt x="7567" y="1"/>
                    <a:pt x="0" y="7571"/>
                    <a:pt x="0" y="16873"/>
                  </a:cubicBezTo>
                  <a:lnTo>
                    <a:pt x="0" y="42746"/>
                  </a:lnTo>
                  <a:lnTo>
                    <a:pt x="4877" y="42746"/>
                  </a:lnTo>
                  <a:lnTo>
                    <a:pt x="4877" y="16873"/>
                  </a:lnTo>
                  <a:cubicBezTo>
                    <a:pt x="4877" y="10258"/>
                    <a:pt x="10256" y="4878"/>
                    <a:pt x="16870" y="4878"/>
                  </a:cubicBezTo>
                  <a:cubicBezTo>
                    <a:pt x="23485" y="4878"/>
                    <a:pt x="28865" y="10258"/>
                    <a:pt x="28865" y="16873"/>
                  </a:cubicBezTo>
                  <a:lnTo>
                    <a:pt x="28865" y="42748"/>
                  </a:lnTo>
                  <a:lnTo>
                    <a:pt x="33743" y="42748"/>
                  </a:lnTo>
                  <a:lnTo>
                    <a:pt x="33743" y="16873"/>
                  </a:lnTo>
                  <a:cubicBezTo>
                    <a:pt x="33743" y="7571"/>
                    <a:pt x="26176" y="1"/>
                    <a:pt x="168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81706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3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Existing Solutions</a:t>
            </a:r>
            <a:endParaRPr dirty="0"/>
          </a:p>
        </p:txBody>
      </p:sp>
      <p:sp>
        <p:nvSpPr>
          <p:cNvPr id="12" name="Google Shape;592;p46">
            <a:extLst>
              <a:ext uri="{FF2B5EF4-FFF2-40B4-BE49-F238E27FC236}">
                <a16:creationId xmlns:a16="http://schemas.microsoft.com/office/drawing/2014/main" id="{B1B5DCFF-5B03-8160-DC0B-4559A2B281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965012"/>
            <a:ext cx="2383418" cy="2714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Focuses primarily on basic computing and media consumption.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Limited to pre-designed hardware.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Locked GPIO pins.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E.g.: </a:t>
            </a:r>
            <a:r>
              <a:rPr lang="en-US" dirty="0" err="1"/>
              <a:t>CutiePi</a:t>
            </a:r>
            <a:r>
              <a:rPr lang="en-US" dirty="0"/>
              <a:t>, </a:t>
            </a:r>
            <a:r>
              <a:rPr lang="en-US" dirty="0" err="1"/>
              <a:t>PiPad</a:t>
            </a:r>
            <a:endParaRPr dirty="0"/>
          </a:p>
        </p:txBody>
      </p:sp>
      <p:sp>
        <p:nvSpPr>
          <p:cNvPr id="15" name="Google Shape;596;p46">
            <a:extLst>
              <a:ext uri="{FF2B5EF4-FFF2-40B4-BE49-F238E27FC236}">
                <a16:creationId xmlns:a16="http://schemas.microsoft.com/office/drawing/2014/main" id="{0BF8CB37-63CA-B532-E7D2-916B55960EEE}"/>
              </a:ext>
            </a:extLst>
          </p:cNvPr>
          <p:cNvSpPr txBox="1">
            <a:spLocks/>
          </p:cNvSpPr>
          <p:nvPr/>
        </p:nvSpPr>
        <p:spPr>
          <a:xfrm>
            <a:off x="719999" y="1267640"/>
            <a:ext cx="2383417" cy="84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latin typeface="Arima" panose="020B0604020202020204" charset="0"/>
                <a:cs typeface="Arima" panose="020B0604020202020204" charset="0"/>
              </a:rPr>
              <a:t>Raspberry Pi Solutions</a:t>
            </a:r>
          </a:p>
        </p:txBody>
      </p:sp>
      <p:sp>
        <p:nvSpPr>
          <p:cNvPr id="20" name="Google Shape;592;p46">
            <a:extLst>
              <a:ext uri="{FF2B5EF4-FFF2-40B4-BE49-F238E27FC236}">
                <a16:creationId xmlns:a16="http://schemas.microsoft.com/office/drawing/2014/main" id="{C60D7C07-A755-4DD5-A903-BB25FA446753}"/>
              </a:ext>
            </a:extLst>
          </p:cNvPr>
          <p:cNvSpPr txBox="1">
            <a:spLocks/>
          </p:cNvSpPr>
          <p:nvPr/>
        </p:nvSpPr>
        <p:spPr>
          <a:xfrm>
            <a:off x="3103417" y="1965012"/>
            <a:ext cx="2383418" cy="2714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Mostly open-source but lack of customization.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Incompatibility towards the raspberry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functionalities when compared to Raspberry Pi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E.g.: Ubuntu Touch Mobile,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1" name="Google Shape;596;p46">
            <a:extLst>
              <a:ext uri="{FF2B5EF4-FFF2-40B4-BE49-F238E27FC236}">
                <a16:creationId xmlns:a16="http://schemas.microsoft.com/office/drawing/2014/main" id="{0DFA06E2-96E4-B08B-5152-18A40964B75A}"/>
              </a:ext>
            </a:extLst>
          </p:cNvPr>
          <p:cNvSpPr txBox="1">
            <a:spLocks/>
          </p:cNvSpPr>
          <p:nvPr/>
        </p:nvSpPr>
        <p:spPr>
          <a:xfrm>
            <a:off x="3103416" y="1267640"/>
            <a:ext cx="2383417" cy="84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latin typeface="Arima" panose="020B0604020202020204" charset="0"/>
                <a:cs typeface="Arima" panose="020B0604020202020204" charset="0"/>
              </a:rPr>
              <a:t>Other ARM Solutions</a:t>
            </a:r>
          </a:p>
        </p:txBody>
      </p:sp>
      <p:sp>
        <p:nvSpPr>
          <p:cNvPr id="22" name="Google Shape;592;p46">
            <a:extLst>
              <a:ext uri="{FF2B5EF4-FFF2-40B4-BE49-F238E27FC236}">
                <a16:creationId xmlns:a16="http://schemas.microsoft.com/office/drawing/2014/main" id="{457915BB-A7C9-791B-01B9-D8993439C7B5}"/>
              </a:ext>
            </a:extLst>
          </p:cNvPr>
          <p:cNvSpPr txBox="1">
            <a:spLocks/>
          </p:cNvSpPr>
          <p:nvPr/>
        </p:nvSpPr>
        <p:spPr>
          <a:xfrm>
            <a:off x="5486833" y="1965012"/>
            <a:ext cx="2383418" cy="2714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powerful and easy to obtain.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to the hardware capability.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customization and no support for modules.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E.g.: Android Tablets, Apple iPad.</a:t>
            </a:r>
          </a:p>
        </p:txBody>
      </p:sp>
      <p:sp>
        <p:nvSpPr>
          <p:cNvPr id="23" name="Google Shape;596;p46">
            <a:extLst>
              <a:ext uri="{FF2B5EF4-FFF2-40B4-BE49-F238E27FC236}">
                <a16:creationId xmlns:a16="http://schemas.microsoft.com/office/drawing/2014/main" id="{30AFE359-2CF0-A0B3-3EE0-F613E5EE63FB}"/>
              </a:ext>
            </a:extLst>
          </p:cNvPr>
          <p:cNvSpPr txBox="1">
            <a:spLocks/>
          </p:cNvSpPr>
          <p:nvPr/>
        </p:nvSpPr>
        <p:spPr>
          <a:xfrm>
            <a:off x="5486832" y="1267640"/>
            <a:ext cx="2383417" cy="84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latin typeface="Arima" panose="020B0604020202020204" charset="0"/>
                <a:cs typeface="Arima" panose="020B0604020202020204" charset="0"/>
              </a:rPr>
              <a:t>Commercial Solutions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6"/>
          <p:cNvSpPr txBox="1">
            <a:spLocks noGrp="1"/>
          </p:cNvSpPr>
          <p:nvPr>
            <p:ph type="subTitle" idx="1"/>
          </p:nvPr>
        </p:nvSpPr>
        <p:spPr>
          <a:xfrm>
            <a:off x="720000" y="2768579"/>
            <a:ext cx="2286300" cy="10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 open-source device combines tablet functionality with usage of modules in GPIO.</a:t>
            </a:r>
            <a:endParaRPr dirty="0"/>
          </a:p>
        </p:txBody>
      </p:sp>
      <p:sp>
        <p:nvSpPr>
          <p:cNvPr id="593" name="Google Shape;593;p46"/>
          <p:cNvSpPr txBox="1">
            <a:spLocks noGrp="1"/>
          </p:cNvSpPr>
          <p:nvPr>
            <p:ph type="subTitle" idx="2"/>
          </p:nvPr>
        </p:nvSpPr>
        <p:spPr>
          <a:xfrm>
            <a:off x="3428855" y="2768602"/>
            <a:ext cx="2286300" cy="10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Commercial products restrict hardware and software modification.</a:t>
            </a:r>
            <a:endParaRPr dirty="0"/>
          </a:p>
        </p:txBody>
      </p:sp>
      <p:sp>
        <p:nvSpPr>
          <p:cNvPr id="594" name="Google Shape;594;p46"/>
          <p:cNvSpPr txBox="1">
            <a:spLocks noGrp="1"/>
          </p:cNvSpPr>
          <p:nvPr>
            <p:ph type="subTitle" idx="3"/>
          </p:nvPr>
        </p:nvSpPr>
        <p:spPr>
          <a:xfrm>
            <a:off x="6137700" y="2581543"/>
            <a:ext cx="2286300" cy="10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Current solutions either focus on functionality  or tablet experience—not both.</a:t>
            </a:r>
            <a:endParaRPr dirty="0"/>
          </a:p>
        </p:txBody>
      </p:sp>
      <p:sp>
        <p:nvSpPr>
          <p:cNvPr id="595" name="Google Shape;595;p46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Problems in Existing Solutions</a:t>
            </a:r>
            <a:endParaRPr dirty="0"/>
          </a:p>
        </p:txBody>
      </p:sp>
      <p:sp>
        <p:nvSpPr>
          <p:cNvPr id="596" name="Google Shape;596;p46"/>
          <p:cNvSpPr txBox="1">
            <a:spLocks noGrp="1"/>
          </p:cNvSpPr>
          <p:nvPr>
            <p:ph type="subTitle" idx="4"/>
          </p:nvPr>
        </p:nvSpPr>
        <p:spPr>
          <a:xfrm>
            <a:off x="720000" y="2071207"/>
            <a:ext cx="2286300" cy="84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Lack of Unified Solution</a:t>
            </a:r>
            <a:endParaRPr dirty="0"/>
          </a:p>
        </p:txBody>
      </p:sp>
      <p:sp>
        <p:nvSpPr>
          <p:cNvPr id="597" name="Google Shape;597;p46"/>
          <p:cNvSpPr txBox="1">
            <a:spLocks noGrp="1"/>
          </p:cNvSpPr>
          <p:nvPr>
            <p:ph type="subTitle" idx="5"/>
          </p:nvPr>
        </p:nvSpPr>
        <p:spPr>
          <a:xfrm>
            <a:off x="3428850" y="2071207"/>
            <a:ext cx="2286300" cy="84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Limited Customization</a:t>
            </a:r>
            <a:endParaRPr dirty="0"/>
          </a:p>
        </p:txBody>
      </p:sp>
      <p:sp>
        <p:nvSpPr>
          <p:cNvPr id="598" name="Google Shape;598;p46"/>
          <p:cNvSpPr txBox="1">
            <a:spLocks noGrp="1"/>
          </p:cNvSpPr>
          <p:nvPr>
            <p:ph type="subTitle" idx="6"/>
          </p:nvPr>
        </p:nvSpPr>
        <p:spPr>
          <a:xfrm>
            <a:off x="6137700" y="2071207"/>
            <a:ext cx="2286300" cy="498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Versatility Gap</a:t>
            </a:r>
            <a:endParaRPr dirty="0"/>
          </a:p>
        </p:txBody>
      </p:sp>
      <p:grpSp>
        <p:nvGrpSpPr>
          <p:cNvPr id="2" name="Google Shape;9571;p85">
            <a:extLst>
              <a:ext uri="{FF2B5EF4-FFF2-40B4-BE49-F238E27FC236}">
                <a16:creationId xmlns:a16="http://schemas.microsoft.com/office/drawing/2014/main" id="{7FB84DC5-4D1E-E15E-CAEC-598BF6063D3E}"/>
              </a:ext>
            </a:extLst>
          </p:cNvPr>
          <p:cNvGrpSpPr/>
          <p:nvPr/>
        </p:nvGrpSpPr>
        <p:grpSpPr>
          <a:xfrm>
            <a:off x="1668384" y="1682786"/>
            <a:ext cx="317645" cy="318757"/>
            <a:chOff x="5779408" y="3699191"/>
            <a:chExt cx="317645" cy="318757"/>
          </a:xfrm>
        </p:grpSpPr>
        <p:sp>
          <p:nvSpPr>
            <p:cNvPr id="3" name="Google Shape;9572;p85">
              <a:extLst>
                <a:ext uri="{FF2B5EF4-FFF2-40B4-BE49-F238E27FC236}">
                  <a16:creationId xmlns:a16="http://schemas.microsoft.com/office/drawing/2014/main" id="{D94ED0A4-4C18-B469-CDBE-54D3F5C26D80}"/>
                </a:ext>
              </a:extLst>
            </p:cNvPr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573;p85">
              <a:extLst>
                <a:ext uri="{FF2B5EF4-FFF2-40B4-BE49-F238E27FC236}">
                  <a16:creationId xmlns:a16="http://schemas.microsoft.com/office/drawing/2014/main" id="{B69E0E44-7213-2BB2-B712-DF1E0C6BB9A3}"/>
                </a:ext>
              </a:extLst>
            </p:cNvPr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9571;p85">
            <a:extLst>
              <a:ext uri="{FF2B5EF4-FFF2-40B4-BE49-F238E27FC236}">
                <a16:creationId xmlns:a16="http://schemas.microsoft.com/office/drawing/2014/main" id="{256AEC28-C003-EF61-E06A-B0FBE32C8257}"/>
              </a:ext>
            </a:extLst>
          </p:cNvPr>
          <p:cNvGrpSpPr/>
          <p:nvPr/>
        </p:nvGrpSpPr>
        <p:grpSpPr>
          <a:xfrm>
            <a:off x="4377523" y="1682786"/>
            <a:ext cx="317645" cy="318757"/>
            <a:chOff x="5779408" y="3699191"/>
            <a:chExt cx="317645" cy="318757"/>
          </a:xfrm>
        </p:grpSpPr>
        <p:sp>
          <p:nvSpPr>
            <p:cNvPr id="6" name="Google Shape;9572;p85">
              <a:extLst>
                <a:ext uri="{FF2B5EF4-FFF2-40B4-BE49-F238E27FC236}">
                  <a16:creationId xmlns:a16="http://schemas.microsoft.com/office/drawing/2014/main" id="{DBA63624-9071-09FE-0843-AA3F9FB407A1}"/>
                </a:ext>
              </a:extLst>
            </p:cNvPr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9573;p85">
              <a:extLst>
                <a:ext uri="{FF2B5EF4-FFF2-40B4-BE49-F238E27FC236}">
                  <a16:creationId xmlns:a16="http://schemas.microsoft.com/office/drawing/2014/main" id="{497B2960-EE35-B261-CFA4-F2C7A29B9773}"/>
                </a:ext>
              </a:extLst>
            </p:cNvPr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" name="Google Shape;9571;p85">
            <a:extLst>
              <a:ext uri="{FF2B5EF4-FFF2-40B4-BE49-F238E27FC236}">
                <a16:creationId xmlns:a16="http://schemas.microsoft.com/office/drawing/2014/main" id="{24E677A8-8A67-C8CD-414D-312BA5FFAC57}"/>
              </a:ext>
            </a:extLst>
          </p:cNvPr>
          <p:cNvGrpSpPr/>
          <p:nvPr/>
        </p:nvGrpSpPr>
        <p:grpSpPr>
          <a:xfrm>
            <a:off x="7122025" y="1682786"/>
            <a:ext cx="317645" cy="318757"/>
            <a:chOff x="5779408" y="3699191"/>
            <a:chExt cx="317645" cy="318757"/>
          </a:xfrm>
        </p:grpSpPr>
        <p:sp>
          <p:nvSpPr>
            <p:cNvPr id="9" name="Google Shape;9572;p85">
              <a:extLst>
                <a:ext uri="{FF2B5EF4-FFF2-40B4-BE49-F238E27FC236}">
                  <a16:creationId xmlns:a16="http://schemas.microsoft.com/office/drawing/2014/main" id="{FB5EE237-0344-0681-5D93-41659E972081}"/>
                </a:ext>
              </a:extLst>
            </p:cNvPr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9573;p85">
              <a:extLst>
                <a:ext uri="{FF2B5EF4-FFF2-40B4-BE49-F238E27FC236}">
                  <a16:creationId xmlns:a16="http://schemas.microsoft.com/office/drawing/2014/main" id="{C4B32980-5534-8F04-1596-76AB4CFDB7C7}"/>
                </a:ext>
              </a:extLst>
            </p:cNvPr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4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Methodological innovations</a:t>
            </a:r>
            <a:endParaRPr/>
          </a:p>
        </p:txBody>
      </p:sp>
      <p:sp>
        <p:nvSpPr>
          <p:cNvPr id="555" name="Google Shape;555;p44"/>
          <p:cNvSpPr txBox="1">
            <a:spLocks noGrp="1"/>
          </p:cNvSpPr>
          <p:nvPr>
            <p:ph type="body" idx="1"/>
          </p:nvPr>
        </p:nvSpPr>
        <p:spPr>
          <a:xfrm>
            <a:off x="719989" y="1246954"/>
            <a:ext cx="7647505" cy="31380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Innovations from multiple papers have been used and improvised such as:</a:t>
            </a: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Use of Raspberry Pi 5 over Pi 4 &amp; Pi 3.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Use of IR and RFID/NFC using GPIO instead of direct soldering.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Usage of VS1838b instead of TSPO38238 due to operational capability.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Usage of PN532 instead of MRFC522 for better RFID performance.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Retention of raspi-config.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Signal detection with room for future upgrade in both software as well as hardware upgrade.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Room for multiple modules with GPIO instead of only IR &amp; RFID/NFC.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Usage of Debian flavours instead of other distributions like Arch, Fedora, openSUSE.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" dirty="0"/>
          </a:p>
        </p:txBody>
      </p:sp>
      <p:grpSp>
        <p:nvGrpSpPr>
          <p:cNvPr id="557" name="Google Shape;557;p44"/>
          <p:cNvGrpSpPr/>
          <p:nvPr/>
        </p:nvGrpSpPr>
        <p:grpSpPr>
          <a:xfrm>
            <a:off x="7446212" y="4609422"/>
            <a:ext cx="977788" cy="1238759"/>
            <a:chOff x="227223" y="1681074"/>
            <a:chExt cx="977788" cy="1238759"/>
          </a:xfrm>
        </p:grpSpPr>
        <p:sp>
          <p:nvSpPr>
            <p:cNvPr id="558" name="Google Shape;558;p44"/>
            <p:cNvSpPr/>
            <p:nvPr/>
          </p:nvSpPr>
          <p:spPr>
            <a:xfrm>
              <a:off x="283700" y="1737638"/>
              <a:ext cx="864805" cy="1168054"/>
            </a:xfrm>
            <a:custGeom>
              <a:avLst/>
              <a:gdLst/>
              <a:ahLst/>
              <a:cxnLst/>
              <a:rect l="l" t="t" r="r" b="b"/>
              <a:pathLst>
                <a:path w="29844" h="40309" extrusionOk="0">
                  <a:moveTo>
                    <a:pt x="14922" y="0"/>
                  </a:moveTo>
                  <a:cubicBezTo>
                    <a:pt x="6694" y="0"/>
                    <a:pt x="0" y="6694"/>
                    <a:pt x="0" y="14921"/>
                  </a:cubicBezTo>
                  <a:lnTo>
                    <a:pt x="0" y="40308"/>
                  </a:lnTo>
                  <a:lnTo>
                    <a:pt x="976" y="40308"/>
                  </a:lnTo>
                  <a:lnTo>
                    <a:pt x="976" y="14921"/>
                  </a:lnTo>
                  <a:cubicBezTo>
                    <a:pt x="976" y="7232"/>
                    <a:pt x="7233" y="976"/>
                    <a:pt x="14923" y="976"/>
                  </a:cubicBezTo>
                  <a:cubicBezTo>
                    <a:pt x="22612" y="976"/>
                    <a:pt x="28868" y="7232"/>
                    <a:pt x="28868" y="14921"/>
                  </a:cubicBezTo>
                  <a:lnTo>
                    <a:pt x="28868" y="40308"/>
                  </a:lnTo>
                  <a:lnTo>
                    <a:pt x="29843" y="40308"/>
                  </a:lnTo>
                  <a:lnTo>
                    <a:pt x="29843" y="14921"/>
                  </a:lnTo>
                  <a:cubicBezTo>
                    <a:pt x="29843" y="6694"/>
                    <a:pt x="23149" y="0"/>
                    <a:pt x="149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4"/>
            <p:cNvSpPr/>
            <p:nvPr/>
          </p:nvSpPr>
          <p:spPr>
            <a:xfrm>
              <a:off x="227223" y="1681074"/>
              <a:ext cx="977788" cy="1238759"/>
            </a:xfrm>
            <a:custGeom>
              <a:avLst/>
              <a:gdLst/>
              <a:ahLst/>
              <a:cxnLst/>
              <a:rect l="l" t="t" r="r" b="b"/>
              <a:pathLst>
                <a:path w="33743" h="42749" extrusionOk="0">
                  <a:moveTo>
                    <a:pt x="16871" y="976"/>
                  </a:moveTo>
                  <a:cubicBezTo>
                    <a:pt x="25637" y="976"/>
                    <a:pt x="32767" y="8108"/>
                    <a:pt x="32767" y="16873"/>
                  </a:cubicBezTo>
                  <a:lnTo>
                    <a:pt x="32767" y="41773"/>
                  </a:lnTo>
                  <a:lnTo>
                    <a:pt x="29841" y="41773"/>
                  </a:lnTo>
                  <a:lnTo>
                    <a:pt x="29841" y="16873"/>
                  </a:lnTo>
                  <a:cubicBezTo>
                    <a:pt x="29841" y="9721"/>
                    <a:pt x="24022" y="3903"/>
                    <a:pt x="16871" y="3903"/>
                  </a:cubicBezTo>
                  <a:cubicBezTo>
                    <a:pt x="9719" y="3903"/>
                    <a:pt x="3901" y="9721"/>
                    <a:pt x="3901" y="16873"/>
                  </a:cubicBezTo>
                  <a:lnTo>
                    <a:pt x="3901" y="41773"/>
                  </a:lnTo>
                  <a:lnTo>
                    <a:pt x="976" y="41773"/>
                  </a:lnTo>
                  <a:lnTo>
                    <a:pt x="976" y="16873"/>
                  </a:lnTo>
                  <a:cubicBezTo>
                    <a:pt x="976" y="8109"/>
                    <a:pt x="8104" y="976"/>
                    <a:pt x="16871" y="976"/>
                  </a:cubicBezTo>
                  <a:close/>
                  <a:moveTo>
                    <a:pt x="16872" y="1"/>
                  </a:moveTo>
                  <a:cubicBezTo>
                    <a:pt x="7567" y="1"/>
                    <a:pt x="0" y="7571"/>
                    <a:pt x="0" y="16873"/>
                  </a:cubicBezTo>
                  <a:lnTo>
                    <a:pt x="0" y="42746"/>
                  </a:lnTo>
                  <a:lnTo>
                    <a:pt x="4877" y="42746"/>
                  </a:lnTo>
                  <a:lnTo>
                    <a:pt x="4877" y="16873"/>
                  </a:lnTo>
                  <a:cubicBezTo>
                    <a:pt x="4877" y="10258"/>
                    <a:pt x="10256" y="4878"/>
                    <a:pt x="16870" y="4878"/>
                  </a:cubicBezTo>
                  <a:cubicBezTo>
                    <a:pt x="23485" y="4878"/>
                    <a:pt x="28865" y="10258"/>
                    <a:pt x="28865" y="16873"/>
                  </a:cubicBezTo>
                  <a:lnTo>
                    <a:pt x="28865" y="42748"/>
                  </a:lnTo>
                  <a:lnTo>
                    <a:pt x="33743" y="42748"/>
                  </a:lnTo>
                  <a:lnTo>
                    <a:pt x="33743" y="16873"/>
                  </a:lnTo>
                  <a:cubicBezTo>
                    <a:pt x="33743" y="7571"/>
                    <a:pt x="26176" y="1"/>
                    <a:pt x="168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5"/>
          <p:cNvSpPr txBox="1">
            <a:spLocks noGrp="1"/>
          </p:cNvSpPr>
          <p:nvPr>
            <p:ph type="subTitle" idx="2"/>
          </p:nvPr>
        </p:nvSpPr>
        <p:spPr>
          <a:xfrm>
            <a:off x="1241796" y="1662982"/>
            <a:ext cx="5747821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Hardware integration using Raspberry Pi and multiple modules.</a:t>
            </a:r>
            <a:endParaRPr dirty="0"/>
          </a:p>
        </p:txBody>
      </p:sp>
      <p:sp>
        <p:nvSpPr>
          <p:cNvPr id="566" name="Google Shape;566;p45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Interdisciplinary research in literature</a:t>
            </a:r>
            <a:endParaRPr/>
          </a:p>
        </p:txBody>
      </p:sp>
      <p:sp>
        <p:nvSpPr>
          <p:cNvPr id="568" name="Google Shape;568;p45"/>
          <p:cNvSpPr txBox="1">
            <a:spLocks noGrp="1"/>
          </p:cNvSpPr>
          <p:nvPr>
            <p:ph type="subTitle" idx="4"/>
          </p:nvPr>
        </p:nvSpPr>
        <p:spPr>
          <a:xfrm>
            <a:off x="1241819" y="1348132"/>
            <a:ext cx="5144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Embedded System:</a:t>
            </a:r>
            <a:endParaRPr dirty="0"/>
          </a:p>
        </p:txBody>
      </p:sp>
      <p:sp>
        <p:nvSpPr>
          <p:cNvPr id="587" name="Google Shape;587;p45"/>
          <p:cNvSpPr/>
          <p:nvPr/>
        </p:nvSpPr>
        <p:spPr>
          <a:xfrm>
            <a:off x="7601813" y="3805766"/>
            <a:ext cx="642841" cy="634497"/>
          </a:xfrm>
          <a:custGeom>
            <a:avLst/>
            <a:gdLst/>
            <a:ahLst/>
            <a:cxnLst/>
            <a:rect l="l" t="t" r="r" b="b"/>
            <a:pathLst>
              <a:path w="9500" h="9376" extrusionOk="0">
                <a:moveTo>
                  <a:pt x="4931" y="1"/>
                </a:moveTo>
                <a:cubicBezTo>
                  <a:pt x="3810" y="1"/>
                  <a:pt x="2899" y="910"/>
                  <a:pt x="2899" y="2032"/>
                </a:cubicBezTo>
                <a:cubicBezTo>
                  <a:pt x="2899" y="2494"/>
                  <a:pt x="3056" y="2918"/>
                  <a:pt x="3314" y="3258"/>
                </a:cubicBezTo>
                <a:lnTo>
                  <a:pt x="3059" y="3258"/>
                </a:lnTo>
                <a:cubicBezTo>
                  <a:pt x="1370" y="3258"/>
                  <a:pt x="1" y="4627"/>
                  <a:pt x="1" y="6316"/>
                </a:cubicBezTo>
                <a:cubicBezTo>
                  <a:pt x="1" y="8006"/>
                  <a:pt x="1370" y="9376"/>
                  <a:pt x="3059" y="9376"/>
                </a:cubicBezTo>
                <a:lnTo>
                  <a:pt x="6439" y="9376"/>
                </a:lnTo>
                <a:cubicBezTo>
                  <a:pt x="8128" y="9376"/>
                  <a:pt x="9499" y="8006"/>
                  <a:pt x="9499" y="6316"/>
                </a:cubicBezTo>
                <a:cubicBezTo>
                  <a:pt x="9500" y="5288"/>
                  <a:pt x="8989" y="4379"/>
                  <a:pt x="8210" y="3824"/>
                </a:cubicBezTo>
                <a:cubicBezTo>
                  <a:pt x="8850" y="3482"/>
                  <a:pt x="9287" y="2809"/>
                  <a:pt x="9287" y="2032"/>
                </a:cubicBezTo>
                <a:cubicBezTo>
                  <a:pt x="9287" y="910"/>
                  <a:pt x="8376" y="1"/>
                  <a:pt x="7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5;p45">
            <a:extLst>
              <a:ext uri="{FF2B5EF4-FFF2-40B4-BE49-F238E27FC236}">
                <a16:creationId xmlns:a16="http://schemas.microsoft.com/office/drawing/2014/main" id="{A4C98A80-7280-A025-FE65-1C89AA1FC698}"/>
              </a:ext>
            </a:extLst>
          </p:cNvPr>
          <p:cNvSpPr txBox="1">
            <a:spLocks/>
          </p:cNvSpPr>
          <p:nvPr/>
        </p:nvSpPr>
        <p:spPr>
          <a:xfrm>
            <a:off x="1241773" y="2535443"/>
            <a:ext cx="5747821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Detection and analysis of signals like IR and RFID/NFC signals.</a:t>
            </a:r>
          </a:p>
        </p:txBody>
      </p:sp>
      <p:sp>
        <p:nvSpPr>
          <p:cNvPr id="9" name="Google Shape;568;p45">
            <a:extLst>
              <a:ext uri="{FF2B5EF4-FFF2-40B4-BE49-F238E27FC236}">
                <a16:creationId xmlns:a16="http://schemas.microsoft.com/office/drawing/2014/main" id="{D155F399-48FF-FD9C-FE1D-4EC9620C20C7}"/>
              </a:ext>
            </a:extLst>
          </p:cNvPr>
          <p:cNvSpPr txBox="1">
            <a:spLocks/>
          </p:cNvSpPr>
          <p:nvPr/>
        </p:nvSpPr>
        <p:spPr>
          <a:xfrm>
            <a:off x="1241796" y="2220593"/>
            <a:ext cx="5144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ller One"/>
              <a:buNone/>
              <a:defRPr sz="2000" b="1" i="0" u="none" strike="noStrike" cap="none">
                <a:solidFill>
                  <a:schemeClr val="dk1"/>
                </a:solidFill>
                <a:latin typeface="Arima"/>
                <a:ea typeface="Arima"/>
                <a:cs typeface="Arima"/>
                <a:sym typeface="Arim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US" dirty="0"/>
              <a:t>Wireless Communication:</a:t>
            </a:r>
          </a:p>
        </p:txBody>
      </p:sp>
      <p:sp>
        <p:nvSpPr>
          <p:cNvPr id="10" name="Google Shape;565;p45">
            <a:extLst>
              <a:ext uri="{FF2B5EF4-FFF2-40B4-BE49-F238E27FC236}">
                <a16:creationId xmlns:a16="http://schemas.microsoft.com/office/drawing/2014/main" id="{959482E3-F1F7-5FAB-4A63-53ADEF4C0424}"/>
              </a:ext>
            </a:extLst>
          </p:cNvPr>
          <p:cNvSpPr txBox="1">
            <a:spLocks/>
          </p:cNvSpPr>
          <p:nvPr/>
        </p:nvSpPr>
        <p:spPr>
          <a:xfrm>
            <a:off x="1241773" y="3407904"/>
            <a:ext cx="5747821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of simple UI along with the advanced system settings as well as complex scripts. </a:t>
            </a:r>
          </a:p>
        </p:txBody>
      </p:sp>
      <p:sp>
        <p:nvSpPr>
          <p:cNvPr id="11" name="Google Shape;568;p45">
            <a:extLst>
              <a:ext uri="{FF2B5EF4-FFF2-40B4-BE49-F238E27FC236}">
                <a16:creationId xmlns:a16="http://schemas.microsoft.com/office/drawing/2014/main" id="{016A5226-5DED-397B-D9A4-15D690424660}"/>
              </a:ext>
            </a:extLst>
          </p:cNvPr>
          <p:cNvSpPr txBox="1">
            <a:spLocks/>
          </p:cNvSpPr>
          <p:nvPr/>
        </p:nvSpPr>
        <p:spPr>
          <a:xfrm>
            <a:off x="1241796" y="3093054"/>
            <a:ext cx="5144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ller One"/>
              <a:buNone/>
              <a:defRPr sz="2000" b="1" i="0" u="none" strike="noStrike" cap="none">
                <a:solidFill>
                  <a:schemeClr val="dk1"/>
                </a:solidFill>
                <a:latin typeface="Arima"/>
                <a:ea typeface="Arima"/>
                <a:cs typeface="Arima"/>
                <a:sym typeface="Arim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IN" dirty="0"/>
              <a:t>H</a:t>
            </a:r>
            <a:r>
              <a:rPr lang="en-US" dirty="0"/>
              <a:t>uman-Computer Interaction: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0"/>
          <p:cNvSpPr txBox="1">
            <a:spLocks noGrp="1"/>
          </p:cNvSpPr>
          <p:nvPr>
            <p:ph type="title"/>
          </p:nvPr>
        </p:nvSpPr>
        <p:spPr>
          <a:xfrm>
            <a:off x="720225" y="841963"/>
            <a:ext cx="1554600" cy="103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54" name="Google Shape;754;p50"/>
          <p:cNvSpPr txBox="1">
            <a:spLocks noGrp="1"/>
          </p:cNvSpPr>
          <p:nvPr>
            <p:ph type="title" idx="2"/>
          </p:nvPr>
        </p:nvSpPr>
        <p:spPr>
          <a:xfrm>
            <a:off x="720000" y="1877863"/>
            <a:ext cx="5106900" cy="19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Research methodology</a:t>
            </a:r>
            <a:endParaRPr/>
          </a:p>
        </p:txBody>
      </p:sp>
      <p:sp>
        <p:nvSpPr>
          <p:cNvPr id="755" name="Google Shape;755;p50"/>
          <p:cNvSpPr/>
          <p:nvPr/>
        </p:nvSpPr>
        <p:spPr>
          <a:xfrm>
            <a:off x="7247378" y="3356587"/>
            <a:ext cx="508555" cy="508584"/>
          </a:xfrm>
          <a:custGeom>
            <a:avLst/>
            <a:gdLst/>
            <a:ahLst/>
            <a:cxnLst/>
            <a:rect l="l" t="t" r="r" b="b"/>
            <a:pathLst>
              <a:path w="17550" h="17551" extrusionOk="0">
                <a:moveTo>
                  <a:pt x="1962" y="0"/>
                </a:moveTo>
                <a:cubicBezTo>
                  <a:pt x="879" y="0"/>
                  <a:pt x="1" y="878"/>
                  <a:pt x="1" y="1960"/>
                </a:cubicBezTo>
                <a:lnTo>
                  <a:pt x="1" y="5851"/>
                </a:lnTo>
                <a:lnTo>
                  <a:pt x="1" y="15591"/>
                </a:lnTo>
                <a:cubicBezTo>
                  <a:pt x="1" y="16673"/>
                  <a:pt x="879" y="17550"/>
                  <a:pt x="1962" y="17550"/>
                </a:cubicBezTo>
                <a:lnTo>
                  <a:pt x="17550" y="17550"/>
                </a:lnTo>
                <a:lnTo>
                  <a:pt x="17523" y="17524"/>
                </a:lnTo>
                <a:lnTo>
                  <a:pt x="17550" y="17524"/>
                </a:lnTo>
                <a:lnTo>
                  <a:pt x="17550" y="13634"/>
                </a:lnTo>
                <a:cubicBezTo>
                  <a:pt x="17549" y="12552"/>
                  <a:pt x="16671" y="11674"/>
                  <a:pt x="15588" y="11674"/>
                </a:cubicBezTo>
                <a:lnTo>
                  <a:pt x="13642" y="11674"/>
                </a:lnTo>
                <a:cubicBezTo>
                  <a:pt x="12556" y="11674"/>
                  <a:pt x="11677" y="10791"/>
                  <a:pt x="11682" y="9704"/>
                </a:cubicBezTo>
                <a:lnTo>
                  <a:pt x="11691" y="7792"/>
                </a:lnTo>
                <a:cubicBezTo>
                  <a:pt x="11696" y="6706"/>
                  <a:pt x="10817" y="5822"/>
                  <a:pt x="9731" y="5822"/>
                </a:cubicBezTo>
                <a:lnTo>
                  <a:pt x="7811" y="5822"/>
                </a:lnTo>
                <a:cubicBezTo>
                  <a:pt x="6728" y="5822"/>
                  <a:pt x="5850" y="4945"/>
                  <a:pt x="5850" y="3863"/>
                </a:cubicBezTo>
                <a:lnTo>
                  <a:pt x="5850" y="1960"/>
                </a:lnTo>
                <a:cubicBezTo>
                  <a:pt x="5850" y="878"/>
                  <a:pt x="4972" y="0"/>
                  <a:pt x="38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50"/>
          <p:cNvSpPr/>
          <p:nvPr/>
        </p:nvSpPr>
        <p:spPr>
          <a:xfrm>
            <a:off x="7863357" y="3199698"/>
            <a:ext cx="172213" cy="156884"/>
          </a:xfrm>
          <a:custGeom>
            <a:avLst/>
            <a:gdLst/>
            <a:ahLst/>
            <a:cxnLst/>
            <a:rect l="l" t="t" r="r" b="b"/>
            <a:pathLst>
              <a:path w="5943" h="5414" extrusionOk="0">
                <a:moveTo>
                  <a:pt x="2972" y="0"/>
                </a:moveTo>
                <a:cubicBezTo>
                  <a:pt x="2279" y="0"/>
                  <a:pt x="1587" y="264"/>
                  <a:pt x="1058" y="793"/>
                </a:cubicBezTo>
                <a:cubicBezTo>
                  <a:pt x="1" y="1850"/>
                  <a:pt x="1" y="3563"/>
                  <a:pt x="1058" y="4620"/>
                </a:cubicBezTo>
                <a:cubicBezTo>
                  <a:pt x="1587" y="5149"/>
                  <a:pt x="2279" y="5413"/>
                  <a:pt x="2972" y="5413"/>
                </a:cubicBezTo>
                <a:cubicBezTo>
                  <a:pt x="3664" y="5413"/>
                  <a:pt x="4357" y="5149"/>
                  <a:pt x="4885" y="4620"/>
                </a:cubicBezTo>
                <a:cubicBezTo>
                  <a:pt x="5943" y="3563"/>
                  <a:pt x="5943" y="1850"/>
                  <a:pt x="4885" y="793"/>
                </a:cubicBezTo>
                <a:cubicBezTo>
                  <a:pt x="4357" y="264"/>
                  <a:pt x="3664" y="0"/>
                  <a:pt x="297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50"/>
          <p:cNvSpPr/>
          <p:nvPr/>
        </p:nvSpPr>
        <p:spPr>
          <a:xfrm>
            <a:off x="7755919" y="5"/>
            <a:ext cx="9765" cy="1142409"/>
          </a:xfrm>
          <a:custGeom>
            <a:avLst/>
            <a:gdLst/>
            <a:ahLst/>
            <a:cxnLst/>
            <a:rect l="l" t="t" r="r" b="b"/>
            <a:pathLst>
              <a:path w="337" h="39424" extrusionOk="0">
                <a:moveTo>
                  <a:pt x="1" y="1"/>
                </a:moveTo>
                <a:lnTo>
                  <a:pt x="1" y="39424"/>
                </a:lnTo>
                <a:lnTo>
                  <a:pt x="336" y="39424"/>
                </a:lnTo>
                <a:lnTo>
                  <a:pt x="33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50"/>
          <p:cNvSpPr/>
          <p:nvPr/>
        </p:nvSpPr>
        <p:spPr>
          <a:xfrm>
            <a:off x="8035574" y="8"/>
            <a:ext cx="388414" cy="868832"/>
          </a:xfrm>
          <a:custGeom>
            <a:avLst/>
            <a:gdLst/>
            <a:ahLst/>
            <a:cxnLst/>
            <a:rect l="l" t="t" r="r" b="b"/>
            <a:pathLst>
              <a:path w="13404" h="29983" extrusionOk="0">
                <a:moveTo>
                  <a:pt x="1" y="1"/>
                </a:moveTo>
                <a:lnTo>
                  <a:pt x="1" y="23281"/>
                </a:lnTo>
                <a:cubicBezTo>
                  <a:pt x="1" y="26981"/>
                  <a:pt x="3000" y="29982"/>
                  <a:pt x="6701" y="29982"/>
                </a:cubicBezTo>
                <a:cubicBezTo>
                  <a:pt x="10403" y="29982"/>
                  <a:pt x="13403" y="26983"/>
                  <a:pt x="13402" y="23281"/>
                </a:cubicBezTo>
                <a:lnTo>
                  <a:pt x="1340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8"/>
          <p:cNvSpPr txBox="1">
            <a:spLocks noGrp="1"/>
          </p:cNvSpPr>
          <p:nvPr>
            <p:ph type="subTitle" idx="1"/>
          </p:nvPr>
        </p:nvSpPr>
        <p:spPr>
          <a:xfrm>
            <a:off x="719999" y="1729375"/>
            <a:ext cx="4108309" cy="2468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Selected hardware components based on availability, ease of integration, and performance.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Hardware Used:</a:t>
            </a:r>
            <a:endParaRPr lang="en-US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SBC (Arduino Uno replaced by Pi 5)</a:t>
            </a:r>
          </a:p>
          <a:p>
            <a:pPr marL="285750" indent="-285750" algn="l"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IR (TSOP38238 replaced by VS1838b)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RFID (RC522 replaced by PN532)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GPIO replaced by 40 pin GPIO extender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74" name="Google Shape;874;p58"/>
          <p:cNvSpPr txBox="1">
            <a:spLocks noGrp="1"/>
          </p:cNvSpPr>
          <p:nvPr>
            <p:ph type="title"/>
          </p:nvPr>
        </p:nvSpPr>
        <p:spPr>
          <a:xfrm>
            <a:off x="720000" y="1161700"/>
            <a:ext cx="3852000" cy="64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Experimental Setup</a:t>
            </a:r>
            <a:endParaRPr dirty="0"/>
          </a:p>
        </p:txBody>
      </p:sp>
      <p:grpSp>
        <p:nvGrpSpPr>
          <p:cNvPr id="875" name="Google Shape;875;p58"/>
          <p:cNvGrpSpPr/>
          <p:nvPr/>
        </p:nvGrpSpPr>
        <p:grpSpPr>
          <a:xfrm>
            <a:off x="4991005" y="1323607"/>
            <a:ext cx="3432984" cy="2496295"/>
            <a:chOff x="331763" y="414153"/>
            <a:chExt cx="6903246" cy="5019697"/>
          </a:xfrm>
        </p:grpSpPr>
        <p:sp>
          <p:nvSpPr>
            <p:cNvPr id="876" name="Google Shape;876;p58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8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8"/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58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80" name="Google Shape;880;p58"/>
          <p:cNvPicPr preferRelativeResize="0"/>
          <p:nvPr/>
        </p:nvPicPr>
        <p:blipFill rotWithShape="1">
          <a:blip r:embed="rId3"/>
          <a:srcRect t="2369" b="2369"/>
          <a:stretch/>
        </p:blipFill>
        <p:spPr>
          <a:xfrm>
            <a:off x="5082903" y="1415833"/>
            <a:ext cx="3249110" cy="198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>
          <a:extLst>
            <a:ext uri="{FF2B5EF4-FFF2-40B4-BE49-F238E27FC236}">
              <a16:creationId xmlns:a16="http://schemas.microsoft.com/office/drawing/2014/main" id="{5F7CAE0E-DD9B-DE62-5295-C32D5D819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8">
            <a:extLst>
              <a:ext uri="{FF2B5EF4-FFF2-40B4-BE49-F238E27FC236}">
                <a16:creationId xmlns:a16="http://schemas.microsoft.com/office/drawing/2014/main" id="{68695C2A-51C9-CF35-E8A9-B90672A540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729375"/>
            <a:ext cx="4108309" cy="2468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Initially used </a:t>
            </a:r>
            <a:r>
              <a:rPr lang="en-US" b="1" dirty="0"/>
              <a:t>LIRC</a:t>
            </a:r>
            <a:r>
              <a:rPr lang="en-US" dirty="0"/>
              <a:t> for IR signals later replaced by </a:t>
            </a:r>
            <a:r>
              <a:rPr lang="en-US" b="1" dirty="0" err="1"/>
              <a:t>ir-keytable</a:t>
            </a:r>
            <a:r>
              <a:rPr lang="en-US" dirty="0"/>
              <a:t> and </a:t>
            </a:r>
            <a:r>
              <a:rPr lang="en-US" dirty="0" err="1"/>
              <a:t>ir</a:t>
            </a:r>
            <a:r>
              <a:rPr lang="en-US" dirty="0"/>
              <a:t>-remote.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Initially used python scripts for RFID i.e. </a:t>
            </a:r>
            <a:r>
              <a:rPr lang="en-US" b="1" dirty="0"/>
              <a:t>SimpleMFRC522 library</a:t>
            </a:r>
            <a:r>
              <a:rPr lang="en-US" dirty="0"/>
              <a:t> later replaced by APT package </a:t>
            </a:r>
            <a:r>
              <a:rPr lang="en-US" b="1" dirty="0" err="1"/>
              <a:t>libnfctools</a:t>
            </a:r>
            <a:r>
              <a:rPr lang="en-US" b="1" dirty="0"/>
              <a:t>-bin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Transition to python scripts from bash scripts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Transition to KDE from LXDE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74" name="Google Shape;874;p58">
            <a:extLst>
              <a:ext uri="{FF2B5EF4-FFF2-40B4-BE49-F238E27FC236}">
                <a16:creationId xmlns:a16="http://schemas.microsoft.com/office/drawing/2014/main" id="{46492BDF-F497-0BA1-6626-75F37A791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61700"/>
            <a:ext cx="3852000" cy="64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Iterative Prototyping</a:t>
            </a:r>
            <a:endParaRPr dirty="0"/>
          </a:p>
        </p:txBody>
      </p:sp>
      <p:grpSp>
        <p:nvGrpSpPr>
          <p:cNvPr id="875" name="Google Shape;875;p58">
            <a:extLst>
              <a:ext uri="{FF2B5EF4-FFF2-40B4-BE49-F238E27FC236}">
                <a16:creationId xmlns:a16="http://schemas.microsoft.com/office/drawing/2014/main" id="{F092207D-BA1A-A5B8-F978-BBA538E9CF39}"/>
              </a:ext>
            </a:extLst>
          </p:cNvPr>
          <p:cNvGrpSpPr/>
          <p:nvPr/>
        </p:nvGrpSpPr>
        <p:grpSpPr>
          <a:xfrm>
            <a:off x="4991005" y="1323607"/>
            <a:ext cx="3432984" cy="2496295"/>
            <a:chOff x="331763" y="414153"/>
            <a:chExt cx="6903246" cy="5019697"/>
          </a:xfrm>
        </p:grpSpPr>
        <p:sp>
          <p:nvSpPr>
            <p:cNvPr id="876" name="Google Shape;876;p58">
              <a:extLst>
                <a:ext uri="{FF2B5EF4-FFF2-40B4-BE49-F238E27FC236}">
                  <a16:creationId xmlns:a16="http://schemas.microsoft.com/office/drawing/2014/main" id="{B4ACE8F3-800D-5214-C8F2-277EE372558C}"/>
                </a:ext>
              </a:extLst>
            </p:cNvPr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8">
              <a:extLst>
                <a:ext uri="{FF2B5EF4-FFF2-40B4-BE49-F238E27FC236}">
                  <a16:creationId xmlns:a16="http://schemas.microsoft.com/office/drawing/2014/main" id="{5785B616-D01F-6A8E-66F2-ADF3A72D1E55}"/>
                </a:ext>
              </a:extLst>
            </p:cNvPr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8">
              <a:extLst>
                <a:ext uri="{FF2B5EF4-FFF2-40B4-BE49-F238E27FC236}">
                  <a16:creationId xmlns:a16="http://schemas.microsoft.com/office/drawing/2014/main" id="{EF85BA5A-29E5-0371-04A9-FB265F05B9A1}"/>
                </a:ext>
              </a:extLst>
            </p:cNvPr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58">
              <a:extLst>
                <a:ext uri="{FF2B5EF4-FFF2-40B4-BE49-F238E27FC236}">
                  <a16:creationId xmlns:a16="http://schemas.microsoft.com/office/drawing/2014/main" id="{833B91A5-23DD-5849-AA11-86AE1A354935}"/>
                </a:ext>
              </a:extLst>
            </p:cNvPr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80" name="Google Shape;880;p58">
            <a:extLst>
              <a:ext uri="{FF2B5EF4-FFF2-40B4-BE49-F238E27FC236}">
                <a16:creationId xmlns:a16="http://schemas.microsoft.com/office/drawing/2014/main" id="{970DEBF1-8443-F680-8852-CE5261ABC090}"/>
              </a:ext>
            </a:extLst>
          </p:cNvPr>
          <p:cNvPicPr preferRelativeResize="0"/>
          <p:nvPr/>
        </p:nvPicPr>
        <p:blipFill rotWithShape="1">
          <a:blip r:embed="rId3"/>
          <a:srcRect t="4398" b="4398"/>
          <a:stretch/>
        </p:blipFill>
        <p:spPr>
          <a:xfrm>
            <a:off x="5082903" y="1415833"/>
            <a:ext cx="3249110" cy="1981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7481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>
          <a:extLst>
            <a:ext uri="{FF2B5EF4-FFF2-40B4-BE49-F238E27FC236}">
              <a16:creationId xmlns:a16="http://schemas.microsoft.com/office/drawing/2014/main" id="{E4512928-ADF1-5D2A-CE95-398B9985A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8">
            <a:extLst>
              <a:ext uri="{FF2B5EF4-FFF2-40B4-BE49-F238E27FC236}">
                <a16:creationId xmlns:a16="http://schemas.microsoft.com/office/drawing/2014/main" id="{0BBAFD02-50B0-D601-67F7-1641056DAA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507702"/>
            <a:ext cx="4108309" cy="2932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Made </a:t>
            </a:r>
            <a:r>
              <a:rPr lang="en-US" dirty="0" err="1"/>
              <a:t>ir-keytable</a:t>
            </a:r>
            <a:r>
              <a:rPr lang="en-US" dirty="0"/>
              <a:t> to work alongside with LIRC commands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Integrated </a:t>
            </a:r>
            <a:r>
              <a:rPr lang="en-US" dirty="0" err="1"/>
              <a:t>libnfctools</a:t>
            </a:r>
            <a:r>
              <a:rPr lang="en-US" dirty="0"/>
              <a:t>-bin for better use of PN532.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Used KDE (tablet-based UI) instead of a proper desktop environment.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Developed custom python script for:</a:t>
            </a:r>
          </a:p>
          <a:p>
            <a:pPr marL="742950" lvl="1" indent="-285750"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IR Communication</a:t>
            </a:r>
          </a:p>
          <a:p>
            <a:pPr marL="742950" lvl="1" indent="-285750"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RFID Communication</a:t>
            </a:r>
          </a:p>
          <a:p>
            <a:pPr marL="742950" lvl="1" indent="-285750"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Installation of required packages</a:t>
            </a:r>
          </a:p>
          <a:p>
            <a:pPr marL="742950" lvl="1" indent="-285750">
              <a:buSzPts val="1100"/>
              <a:buFont typeface="Courier New" panose="02070309020205020404" pitchFamily="49" charset="0"/>
              <a:buChar char="o"/>
            </a:pPr>
            <a:r>
              <a:rPr lang="en-US" dirty="0"/>
              <a:t>Installation and updating scripts.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74" name="Google Shape;874;p58">
            <a:extLst>
              <a:ext uri="{FF2B5EF4-FFF2-40B4-BE49-F238E27FC236}">
                <a16:creationId xmlns:a16="http://schemas.microsoft.com/office/drawing/2014/main" id="{60C0BC19-2619-9BB5-F0A4-914F014897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526" y="995445"/>
            <a:ext cx="4211782" cy="64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Software Development</a:t>
            </a:r>
            <a:endParaRPr dirty="0"/>
          </a:p>
        </p:txBody>
      </p:sp>
      <p:grpSp>
        <p:nvGrpSpPr>
          <p:cNvPr id="875" name="Google Shape;875;p58">
            <a:extLst>
              <a:ext uri="{FF2B5EF4-FFF2-40B4-BE49-F238E27FC236}">
                <a16:creationId xmlns:a16="http://schemas.microsoft.com/office/drawing/2014/main" id="{0184B661-4653-0334-C767-6AE28DCDE3AB}"/>
              </a:ext>
            </a:extLst>
          </p:cNvPr>
          <p:cNvGrpSpPr/>
          <p:nvPr/>
        </p:nvGrpSpPr>
        <p:grpSpPr>
          <a:xfrm>
            <a:off x="4991005" y="1323607"/>
            <a:ext cx="3432984" cy="2496295"/>
            <a:chOff x="331763" y="414153"/>
            <a:chExt cx="6903246" cy="5019697"/>
          </a:xfrm>
        </p:grpSpPr>
        <p:sp>
          <p:nvSpPr>
            <p:cNvPr id="876" name="Google Shape;876;p58">
              <a:extLst>
                <a:ext uri="{FF2B5EF4-FFF2-40B4-BE49-F238E27FC236}">
                  <a16:creationId xmlns:a16="http://schemas.microsoft.com/office/drawing/2014/main" id="{54FA9D9C-EF06-147C-5F65-A2385F585A35}"/>
                </a:ext>
              </a:extLst>
            </p:cNvPr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8">
              <a:extLst>
                <a:ext uri="{FF2B5EF4-FFF2-40B4-BE49-F238E27FC236}">
                  <a16:creationId xmlns:a16="http://schemas.microsoft.com/office/drawing/2014/main" id="{C3719A07-CC59-AD1A-72C2-12D54605C60C}"/>
                </a:ext>
              </a:extLst>
            </p:cNvPr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8">
              <a:extLst>
                <a:ext uri="{FF2B5EF4-FFF2-40B4-BE49-F238E27FC236}">
                  <a16:creationId xmlns:a16="http://schemas.microsoft.com/office/drawing/2014/main" id="{E705F7A3-08F2-54F1-9DDF-56A575D74634}"/>
                </a:ext>
              </a:extLst>
            </p:cNvPr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58">
              <a:extLst>
                <a:ext uri="{FF2B5EF4-FFF2-40B4-BE49-F238E27FC236}">
                  <a16:creationId xmlns:a16="http://schemas.microsoft.com/office/drawing/2014/main" id="{CCC81D18-944F-31C7-4102-6254C23009C7}"/>
                </a:ext>
              </a:extLst>
            </p:cNvPr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80" name="Google Shape;880;p58">
            <a:extLst>
              <a:ext uri="{FF2B5EF4-FFF2-40B4-BE49-F238E27FC236}">
                <a16:creationId xmlns:a16="http://schemas.microsoft.com/office/drawing/2014/main" id="{66EF9215-861B-9A04-103C-A4CD52E09BB5}"/>
              </a:ext>
            </a:extLst>
          </p:cNvPr>
          <p:cNvPicPr preferRelativeResize="0"/>
          <p:nvPr/>
        </p:nvPicPr>
        <p:blipFill rotWithShape="1">
          <a:blip r:embed="rId3"/>
          <a:srcRect t="4398" b="4398"/>
          <a:stretch/>
        </p:blipFill>
        <p:spPr>
          <a:xfrm>
            <a:off x="5082903" y="1415833"/>
            <a:ext cx="3249110" cy="1981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600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>
          <a:extLst>
            <a:ext uri="{FF2B5EF4-FFF2-40B4-BE49-F238E27FC236}">
              <a16:creationId xmlns:a16="http://schemas.microsoft.com/office/drawing/2014/main" id="{B8182712-3CD3-45E5-493E-699E5C4AA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8">
            <a:extLst>
              <a:ext uri="{FF2B5EF4-FFF2-40B4-BE49-F238E27FC236}">
                <a16:creationId xmlns:a16="http://schemas.microsoft.com/office/drawing/2014/main" id="{1231F10B-679A-CFA1-8547-26F5C3FAADA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507702"/>
            <a:ext cx="4108309" cy="2932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Verified individual components like IR receivers, RFID readers, and GPIO extensions.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Debugged latency issues in IR signal processing and NFC authentication.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Simulated real-world conditions to test system reliability.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Simulated real-world conditions to test system reliability.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/>
              <a:t>Ensured smooth interaction between IR, RFID/NFC, and user interface.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74" name="Google Shape;874;p58">
            <a:extLst>
              <a:ext uri="{FF2B5EF4-FFF2-40B4-BE49-F238E27FC236}">
                <a16:creationId xmlns:a16="http://schemas.microsoft.com/office/drawing/2014/main" id="{0C44FB6F-7840-067A-8E14-2DB8CF74B9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526" y="995445"/>
            <a:ext cx="4211782" cy="64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Testing and Validation</a:t>
            </a:r>
            <a:endParaRPr dirty="0"/>
          </a:p>
        </p:txBody>
      </p:sp>
      <p:grpSp>
        <p:nvGrpSpPr>
          <p:cNvPr id="875" name="Google Shape;875;p58">
            <a:extLst>
              <a:ext uri="{FF2B5EF4-FFF2-40B4-BE49-F238E27FC236}">
                <a16:creationId xmlns:a16="http://schemas.microsoft.com/office/drawing/2014/main" id="{C9DFC594-F7EC-F7FF-ABC8-16366AD1493C}"/>
              </a:ext>
            </a:extLst>
          </p:cNvPr>
          <p:cNvGrpSpPr/>
          <p:nvPr/>
        </p:nvGrpSpPr>
        <p:grpSpPr>
          <a:xfrm>
            <a:off x="5053348" y="1323607"/>
            <a:ext cx="3432984" cy="2932680"/>
            <a:chOff x="331763" y="414153"/>
            <a:chExt cx="6903246" cy="5019697"/>
          </a:xfrm>
        </p:grpSpPr>
        <p:sp>
          <p:nvSpPr>
            <p:cNvPr id="876" name="Google Shape;876;p58">
              <a:extLst>
                <a:ext uri="{FF2B5EF4-FFF2-40B4-BE49-F238E27FC236}">
                  <a16:creationId xmlns:a16="http://schemas.microsoft.com/office/drawing/2014/main" id="{A330EF2E-CA2C-5352-1942-F3829BD6616C}"/>
                </a:ext>
              </a:extLst>
            </p:cNvPr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8">
              <a:extLst>
                <a:ext uri="{FF2B5EF4-FFF2-40B4-BE49-F238E27FC236}">
                  <a16:creationId xmlns:a16="http://schemas.microsoft.com/office/drawing/2014/main" id="{617377C7-B5DB-2B28-CF80-104BC6BF9324}"/>
                </a:ext>
              </a:extLst>
            </p:cNvPr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8">
              <a:extLst>
                <a:ext uri="{FF2B5EF4-FFF2-40B4-BE49-F238E27FC236}">
                  <a16:creationId xmlns:a16="http://schemas.microsoft.com/office/drawing/2014/main" id="{0CDFD61D-DBD9-FE69-4E84-1364151995CE}"/>
                </a:ext>
              </a:extLst>
            </p:cNvPr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58">
              <a:extLst>
                <a:ext uri="{FF2B5EF4-FFF2-40B4-BE49-F238E27FC236}">
                  <a16:creationId xmlns:a16="http://schemas.microsoft.com/office/drawing/2014/main" id="{83A08356-61E3-B5CC-A444-F189370B87BE}"/>
                </a:ext>
              </a:extLst>
            </p:cNvPr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1D41404-03B6-236D-EDF4-48514F9EE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601" y="864524"/>
            <a:ext cx="3259215" cy="325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22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6" name="Google Shape;886;p59"/>
          <p:cNvGrpSpPr/>
          <p:nvPr/>
        </p:nvGrpSpPr>
        <p:grpSpPr>
          <a:xfrm>
            <a:off x="535975" y="362681"/>
            <a:ext cx="3445182" cy="4418137"/>
            <a:chOff x="1391925" y="660300"/>
            <a:chExt cx="2697360" cy="3822802"/>
          </a:xfrm>
        </p:grpSpPr>
        <p:sp>
          <p:nvSpPr>
            <p:cNvPr id="887" name="Google Shape;887;p59"/>
            <p:cNvSpPr/>
            <p:nvPr/>
          </p:nvSpPr>
          <p:spPr>
            <a:xfrm>
              <a:off x="1391925" y="660300"/>
              <a:ext cx="2697360" cy="3822802"/>
            </a:xfrm>
            <a:custGeom>
              <a:avLst/>
              <a:gdLst/>
              <a:ahLst/>
              <a:cxnLst/>
              <a:rect l="l" t="t" r="r" b="b"/>
              <a:pathLst>
                <a:path w="143096" h="190426" extrusionOk="0">
                  <a:moveTo>
                    <a:pt x="2914" y="0"/>
                  </a:moveTo>
                  <a:cubicBezTo>
                    <a:pt x="1280" y="0"/>
                    <a:pt x="0" y="1281"/>
                    <a:pt x="0" y="2914"/>
                  </a:cubicBezTo>
                  <a:lnTo>
                    <a:pt x="0" y="187512"/>
                  </a:lnTo>
                  <a:cubicBezTo>
                    <a:pt x="0" y="189101"/>
                    <a:pt x="1280" y="190426"/>
                    <a:pt x="2914" y="190426"/>
                  </a:cubicBezTo>
                  <a:lnTo>
                    <a:pt x="140182" y="190426"/>
                  </a:lnTo>
                  <a:cubicBezTo>
                    <a:pt x="141771" y="190426"/>
                    <a:pt x="143096" y="189101"/>
                    <a:pt x="143096" y="187512"/>
                  </a:cubicBezTo>
                  <a:lnTo>
                    <a:pt x="143096" y="2914"/>
                  </a:lnTo>
                  <a:cubicBezTo>
                    <a:pt x="143096" y="1281"/>
                    <a:pt x="141771" y="0"/>
                    <a:pt x="140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59"/>
            <p:cNvSpPr/>
            <p:nvPr/>
          </p:nvSpPr>
          <p:spPr>
            <a:xfrm>
              <a:off x="2511505" y="4210616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9" name="Google Shape;889;p59"/>
          <p:cNvSpPr txBox="1">
            <a:spLocks noGrp="1"/>
          </p:cNvSpPr>
          <p:nvPr>
            <p:ph type="subTitle" idx="1"/>
          </p:nvPr>
        </p:nvSpPr>
        <p:spPr>
          <a:xfrm>
            <a:off x="4572000" y="2470024"/>
            <a:ext cx="3852000" cy="12579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Tested and verified all the results of the tablet along with the working and proper working of modules without any surge or shortcircuit in the system.</a:t>
            </a:r>
            <a:endParaRPr dirty="0"/>
          </a:p>
        </p:txBody>
      </p:sp>
      <p:sp>
        <p:nvSpPr>
          <p:cNvPr id="890" name="Google Shape;890;p59"/>
          <p:cNvSpPr txBox="1">
            <a:spLocks noGrp="1"/>
          </p:cNvSpPr>
          <p:nvPr>
            <p:ph type="title"/>
          </p:nvPr>
        </p:nvSpPr>
        <p:spPr>
          <a:xfrm>
            <a:off x="4572000" y="1876050"/>
            <a:ext cx="3852000" cy="6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Tablet mockup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8B8F47-1FCF-EF31-3F8D-D31F122C5585}"/>
              </a:ext>
            </a:extLst>
          </p:cNvPr>
          <p:cNvGrpSpPr/>
          <p:nvPr/>
        </p:nvGrpSpPr>
        <p:grpSpPr>
          <a:xfrm>
            <a:off x="893955" y="638471"/>
            <a:ext cx="2845440" cy="3551636"/>
            <a:chOff x="929124" y="778160"/>
            <a:chExt cx="2845440" cy="3551636"/>
          </a:xfrm>
        </p:grpSpPr>
        <p:pic>
          <p:nvPicPr>
            <p:cNvPr id="3" name="Picture 2" descr="A black tablet with a white screen&#10;&#10;AI-generated content may be incorrect.">
              <a:extLst>
                <a:ext uri="{FF2B5EF4-FFF2-40B4-BE49-F238E27FC236}">
                  <a16:creationId xmlns:a16="http://schemas.microsoft.com/office/drawing/2014/main" id="{1EBF6F2B-B020-431D-2257-E0736F16D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9124" y="778160"/>
              <a:ext cx="1645264" cy="1234661"/>
            </a:xfrm>
            <a:prstGeom prst="rect">
              <a:avLst/>
            </a:prstGeom>
          </p:spPr>
        </p:pic>
        <p:pic>
          <p:nvPicPr>
            <p:cNvPr id="5" name="Picture 4" descr="A close-up of a blue electronic device">
              <a:extLst>
                <a:ext uri="{FF2B5EF4-FFF2-40B4-BE49-F238E27FC236}">
                  <a16:creationId xmlns:a16="http://schemas.microsoft.com/office/drawing/2014/main" id="{FA360504-56A5-5A9A-B207-0943E6DA7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9300" y="2012821"/>
              <a:ext cx="1645264" cy="1234661"/>
            </a:xfrm>
            <a:prstGeom prst="rect">
              <a:avLst/>
            </a:prstGeom>
          </p:spPr>
        </p:pic>
        <p:pic>
          <p:nvPicPr>
            <p:cNvPr id="7" name="Picture 6" descr="A tablet with a screen on&#10;&#10;AI-generated content may be incorrect.">
              <a:extLst>
                <a:ext uri="{FF2B5EF4-FFF2-40B4-BE49-F238E27FC236}">
                  <a16:creationId xmlns:a16="http://schemas.microsoft.com/office/drawing/2014/main" id="{A5F817B5-D7A3-0F42-580C-D9C248608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9124" y="3095135"/>
              <a:ext cx="1645265" cy="12346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61"/>
          <p:cNvSpPr txBox="1">
            <a:spLocks noGrp="1"/>
          </p:cNvSpPr>
          <p:nvPr>
            <p:ph type="title"/>
          </p:nvPr>
        </p:nvSpPr>
        <p:spPr>
          <a:xfrm>
            <a:off x="6642975" y="787550"/>
            <a:ext cx="1780800" cy="103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10" name="Google Shape;910;p61"/>
          <p:cNvSpPr txBox="1">
            <a:spLocks noGrp="1"/>
          </p:cNvSpPr>
          <p:nvPr>
            <p:ph type="title" idx="2"/>
          </p:nvPr>
        </p:nvSpPr>
        <p:spPr>
          <a:xfrm>
            <a:off x="3895250" y="1899750"/>
            <a:ext cx="4528500" cy="199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Theoretical framework</a:t>
            </a:r>
            <a:endParaRPr/>
          </a:p>
        </p:txBody>
      </p:sp>
      <p:sp>
        <p:nvSpPr>
          <p:cNvPr id="911" name="Google Shape;911;p61"/>
          <p:cNvSpPr/>
          <p:nvPr/>
        </p:nvSpPr>
        <p:spPr>
          <a:xfrm>
            <a:off x="1199278" y="3972037"/>
            <a:ext cx="508555" cy="508584"/>
          </a:xfrm>
          <a:custGeom>
            <a:avLst/>
            <a:gdLst/>
            <a:ahLst/>
            <a:cxnLst/>
            <a:rect l="l" t="t" r="r" b="b"/>
            <a:pathLst>
              <a:path w="17550" h="17551" extrusionOk="0">
                <a:moveTo>
                  <a:pt x="1962" y="0"/>
                </a:moveTo>
                <a:cubicBezTo>
                  <a:pt x="879" y="0"/>
                  <a:pt x="1" y="878"/>
                  <a:pt x="1" y="1960"/>
                </a:cubicBezTo>
                <a:lnTo>
                  <a:pt x="1" y="5851"/>
                </a:lnTo>
                <a:lnTo>
                  <a:pt x="1" y="15591"/>
                </a:lnTo>
                <a:cubicBezTo>
                  <a:pt x="1" y="16673"/>
                  <a:pt x="879" y="17550"/>
                  <a:pt x="1962" y="17550"/>
                </a:cubicBezTo>
                <a:lnTo>
                  <a:pt x="17550" y="17550"/>
                </a:lnTo>
                <a:lnTo>
                  <a:pt x="17523" y="17524"/>
                </a:lnTo>
                <a:lnTo>
                  <a:pt x="17550" y="17524"/>
                </a:lnTo>
                <a:lnTo>
                  <a:pt x="17550" y="13634"/>
                </a:lnTo>
                <a:cubicBezTo>
                  <a:pt x="17549" y="12552"/>
                  <a:pt x="16671" y="11674"/>
                  <a:pt x="15588" y="11674"/>
                </a:cubicBezTo>
                <a:lnTo>
                  <a:pt x="13642" y="11674"/>
                </a:lnTo>
                <a:cubicBezTo>
                  <a:pt x="12556" y="11674"/>
                  <a:pt x="11677" y="10791"/>
                  <a:pt x="11682" y="9704"/>
                </a:cubicBezTo>
                <a:lnTo>
                  <a:pt x="11691" y="7792"/>
                </a:lnTo>
                <a:cubicBezTo>
                  <a:pt x="11696" y="6706"/>
                  <a:pt x="10817" y="5822"/>
                  <a:pt x="9731" y="5822"/>
                </a:cubicBezTo>
                <a:lnTo>
                  <a:pt x="7811" y="5822"/>
                </a:lnTo>
                <a:cubicBezTo>
                  <a:pt x="6728" y="5822"/>
                  <a:pt x="5850" y="4945"/>
                  <a:pt x="5850" y="3863"/>
                </a:cubicBezTo>
                <a:lnTo>
                  <a:pt x="5850" y="1960"/>
                </a:lnTo>
                <a:cubicBezTo>
                  <a:pt x="5850" y="878"/>
                  <a:pt x="4972" y="0"/>
                  <a:pt x="38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61"/>
          <p:cNvSpPr/>
          <p:nvPr/>
        </p:nvSpPr>
        <p:spPr>
          <a:xfrm>
            <a:off x="1807378" y="3470278"/>
            <a:ext cx="146191" cy="427273"/>
          </a:xfrm>
          <a:custGeom>
            <a:avLst/>
            <a:gdLst/>
            <a:ahLst/>
            <a:cxnLst/>
            <a:rect l="l" t="t" r="r" b="b"/>
            <a:pathLst>
              <a:path w="5045" h="14745" extrusionOk="0">
                <a:moveTo>
                  <a:pt x="2523" y="1"/>
                </a:moveTo>
                <a:cubicBezTo>
                  <a:pt x="1130" y="1"/>
                  <a:pt x="1" y="1130"/>
                  <a:pt x="1" y="2523"/>
                </a:cubicBezTo>
                <a:cubicBezTo>
                  <a:pt x="1" y="3723"/>
                  <a:pt x="840" y="4724"/>
                  <a:pt x="1962" y="4980"/>
                </a:cubicBezTo>
                <a:cubicBezTo>
                  <a:pt x="840" y="5235"/>
                  <a:pt x="1" y="6237"/>
                  <a:pt x="1" y="7438"/>
                </a:cubicBezTo>
                <a:cubicBezTo>
                  <a:pt x="1" y="8552"/>
                  <a:pt x="727" y="9497"/>
                  <a:pt x="1729" y="9830"/>
                </a:cubicBezTo>
                <a:cubicBezTo>
                  <a:pt x="725" y="10163"/>
                  <a:pt x="1" y="11107"/>
                  <a:pt x="1" y="12222"/>
                </a:cubicBezTo>
                <a:cubicBezTo>
                  <a:pt x="1" y="13615"/>
                  <a:pt x="1130" y="14744"/>
                  <a:pt x="2523" y="14744"/>
                </a:cubicBezTo>
                <a:cubicBezTo>
                  <a:pt x="3915" y="14744"/>
                  <a:pt x="5044" y="13615"/>
                  <a:pt x="5044" y="12222"/>
                </a:cubicBezTo>
                <a:cubicBezTo>
                  <a:pt x="5044" y="11107"/>
                  <a:pt x="4320" y="10162"/>
                  <a:pt x="3316" y="9830"/>
                </a:cubicBezTo>
                <a:cubicBezTo>
                  <a:pt x="4320" y="9497"/>
                  <a:pt x="5044" y="8553"/>
                  <a:pt x="5044" y="7438"/>
                </a:cubicBezTo>
                <a:cubicBezTo>
                  <a:pt x="5044" y="6237"/>
                  <a:pt x="4206" y="5235"/>
                  <a:pt x="3083" y="4980"/>
                </a:cubicBezTo>
                <a:cubicBezTo>
                  <a:pt x="4206" y="4724"/>
                  <a:pt x="5044" y="3723"/>
                  <a:pt x="5044" y="2523"/>
                </a:cubicBezTo>
                <a:cubicBezTo>
                  <a:pt x="5044" y="1130"/>
                  <a:pt x="3915" y="1"/>
                  <a:pt x="252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>
          <a:extLst>
            <a:ext uri="{FF2B5EF4-FFF2-40B4-BE49-F238E27FC236}">
              <a16:creationId xmlns:a16="http://schemas.microsoft.com/office/drawing/2014/main" id="{FA390F38-986D-0F5F-6ED7-E0AAACFB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3">
            <a:extLst>
              <a:ext uri="{FF2B5EF4-FFF2-40B4-BE49-F238E27FC236}">
                <a16:creationId xmlns:a16="http://schemas.microsoft.com/office/drawing/2014/main" id="{8D66CF69-FAF3-84C4-72B4-898912E655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12" name="Google Shape;592;p46">
            <a:extLst>
              <a:ext uri="{FF2B5EF4-FFF2-40B4-BE49-F238E27FC236}">
                <a16:creationId xmlns:a16="http://schemas.microsoft.com/office/drawing/2014/main" id="{28B50C45-403A-10C6-AD32-190899FC72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673540"/>
            <a:ext cx="7704000" cy="2714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Chosen due to flexible and adaptive changes.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Easy changes can be done during development stage.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Integrating multiple modules at any point of time.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Small development iterations for continuous feedback.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Rapid prototyping due to small iterations.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User-centric design rather than conventional functionality provision.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Open source and open-to-collaboration . 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15" name="Google Shape;596;p46">
            <a:extLst>
              <a:ext uri="{FF2B5EF4-FFF2-40B4-BE49-F238E27FC236}">
                <a16:creationId xmlns:a16="http://schemas.microsoft.com/office/drawing/2014/main" id="{2AB9F599-2571-CD13-6793-BA0D3313C2DB}"/>
              </a:ext>
            </a:extLst>
          </p:cNvPr>
          <p:cNvSpPr txBox="1">
            <a:spLocks/>
          </p:cNvSpPr>
          <p:nvPr/>
        </p:nvSpPr>
        <p:spPr>
          <a:xfrm>
            <a:off x="720000" y="1039040"/>
            <a:ext cx="7704000" cy="84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Arima" panose="020B0604020202020204" charset="0"/>
                <a:cs typeface="Arima" panose="020B0604020202020204" charset="0"/>
              </a:rPr>
              <a:t>Agile Development Methodology</a:t>
            </a:r>
          </a:p>
        </p:txBody>
      </p:sp>
    </p:spTree>
    <p:extLst>
      <p:ext uri="{BB962C8B-B14F-4D97-AF65-F5344CB8AC3E}">
        <p14:creationId xmlns:p14="http://schemas.microsoft.com/office/powerpoint/2010/main" val="2416540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>
          <a:extLst>
            <a:ext uri="{FF2B5EF4-FFF2-40B4-BE49-F238E27FC236}">
              <a16:creationId xmlns:a16="http://schemas.microsoft.com/office/drawing/2014/main" id="{8D04710B-A7A2-1CC4-C32A-057E993B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3">
            <a:extLst>
              <a:ext uri="{FF2B5EF4-FFF2-40B4-BE49-F238E27FC236}">
                <a16:creationId xmlns:a16="http://schemas.microsoft.com/office/drawing/2014/main" id="{4FAD04F1-7906-8500-0937-A5E612FC6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Design</a:t>
            </a:r>
            <a:endParaRPr dirty="0"/>
          </a:p>
        </p:txBody>
      </p:sp>
      <p:sp>
        <p:nvSpPr>
          <p:cNvPr id="12" name="Google Shape;592;p46">
            <a:extLst>
              <a:ext uri="{FF2B5EF4-FFF2-40B4-BE49-F238E27FC236}">
                <a16:creationId xmlns:a16="http://schemas.microsoft.com/office/drawing/2014/main" id="{73C612CC-A149-9393-7617-1201EE36F59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79867" y="1965012"/>
            <a:ext cx="2383418" cy="2714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Raspberry Pi 5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7” Touchscreen DSI Display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VS1838b IR Sensor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PN532 RFID/NFC Module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5V 5.1A Adapter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40 pin GPIO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15" name="Google Shape;596;p46">
            <a:extLst>
              <a:ext uri="{FF2B5EF4-FFF2-40B4-BE49-F238E27FC236}">
                <a16:creationId xmlns:a16="http://schemas.microsoft.com/office/drawing/2014/main" id="{1B84F847-4283-C5B7-5F9D-84C5FE3F372F}"/>
              </a:ext>
            </a:extLst>
          </p:cNvPr>
          <p:cNvSpPr txBox="1">
            <a:spLocks/>
          </p:cNvSpPr>
          <p:nvPr/>
        </p:nvSpPr>
        <p:spPr>
          <a:xfrm>
            <a:off x="1779866" y="1267640"/>
            <a:ext cx="2383417" cy="84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latin typeface="Arima" panose="020B0604020202020204" charset="0"/>
                <a:cs typeface="Arima" panose="020B0604020202020204" charset="0"/>
              </a:rPr>
              <a:t>Hardware Components</a:t>
            </a:r>
          </a:p>
        </p:txBody>
      </p:sp>
      <p:sp>
        <p:nvSpPr>
          <p:cNvPr id="21" name="Google Shape;596;p46">
            <a:extLst>
              <a:ext uri="{FF2B5EF4-FFF2-40B4-BE49-F238E27FC236}">
                <a16:creationId xmlns:a16="http://schemas.microsoft.com/office/drawing/2014/main" id="{9FA08B6E-DA3F-D9B7-B717-8C7DFA02D5AD}"/>
              </a:ext>
            </a:extLst>
          </p:cNvPr>
          <p:cNvSpPr txBox="1">
            <a:spLocks/>
          </p:cNvSpPr>
          <p:nvPr/>
        </p:nvSpPr>
        <p:spPr>
          <a:xfrm>
            <a:off x="5119257" y="1267640"/>
            <a:ext cx="2383417" cy="84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latin typeface="Arima" panose="020B0604020202020204" charset="0"/>
                <a:cs typeface="Arima" panose="020B0604020202020204" charset="0"/>
              </a:rPr>
              <a:t>Software Components</a:t>
            </a:r>
          </a:p>
        </p:txBody>
      </p:sp>
      <p:sp>
        <p:nvSpPr>
          <p:cNvPr id="2" name="Google Shape;592;p46">
            <a:extLst>
              <a:ext uri="{FF2B5EF4-FFF2-40B4-BE49-F238E27FC236}">
                <a16:creationId xmlns:a16="http://schemas.microsoft.com/office/drawing/2014/main" id="{4247A346-CF90-A951-10A2-C281A1F6E73C}"/>
              </a:ext>
            </a:extLst>
          </p:cNvPr>
          <p:cNvSpPr txBox="1">
            <a:spLocks/>
          </p:cNvSpPr>
          <p:nvPr/>
        </p:nvSpPr>
        <p:spPr>
          <a:xfrm>
            <a:off x="5119256" y="1965012"/>
            <a:ext cx="2383418" cy="2714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Raspberry Pi OS (LTS)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KDE Plasma Mobile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LIRC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libnfctools</a:t>
            </a:r>
            <a:r>
              <a:rPr lang="en-US" dirty="0"/>
              <a:t>-bin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ir-keytable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 Scripts for installation &amp; usage.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541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>
          <a:extLst>
            <a:ext uri="{FF2B5EF4-FFF2-40B4-BE49-F238E27FC236}">
              <a16:creationId xmlns:a16="http://schemas.microsoft.com/office/drawing/2014/main" id="{2EE96B25-B34C-AAB4-6FE8-A432CE21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7">
            <a:extLst>
              <a:ext uri="{FF2B5EF4-FFF2-40B4-BE49-F238E27FC236}">
                <a16:creationId xmlns:a16="http://schemas.microsoft.com/office/drawing/2014/main" id="{1136C2FC-2741-3477-DEC4-9755F67C14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Workflow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78623F-D588-19C6-CC93-CDFB8C9E26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auto">
          <a:xfrm>
            <a:off x="1381082" y="1413164"/>
            <a:ext cx="6381835" cy="35606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9;p39">
            <a:extLst>
              <a:ext uri="{FF2B5EF4-FFF2-40B4-BE49-F238E27FC236}">
                <a16:creationId xmlns:a16="http://schemas.microsoft.com/office/drawing/2014/main" id="{AAE5F923-FC58-F79A-D83B-6C3CE19D4160}"/>
              </a:ext>
            </a:extLst>
          </p:cNvPr>
          <p:cNvSpPr txBox="1">
            <a:spLocks/>
          </p:cNvSpPr>
          <p:nvPr/>
        </p:nvSpPr>
        <p:spPr>
          <a:xfrm>
            <a:off x="3073349" y="1051364"/>
            <a:ext cx="2997300" cy="3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b="1" dirty="0">
                <a:latin typeface="Arima" panose="020B0604020202020204" charset="0"/>
                <a:cs typeface="Arima" panose="020B0604020202020204" charset="0"/>
              </a:rPr>
              <a:t>Architecture Diagram</a:t>
            </a:r>
            <a:endParaRPr lang="en-US" b="1" dirty="0">
              <a:latin typeface="Arima" panose="020B0604020202020204" charset="0"/>
              <a:cs typeface="Arim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529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7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Workflow</a:t>
            </a:r>
            <a:endParaRPr dirty="0"/>
          </a:p>
        </p:txBody>
      </p:sp>
      <p:pic>
        <p:nvPicPr>
          <p:cNvPr id="16" name="Picture 15" descr="PlantUML Diagram">
            <a:extLst>
              <a:ext uri="{FF2B5EF4-FFF2-40B4-BE49-F238E27FC236}">
                <a16:creationId xmlns:a16="http://schemas.microsoft.com/office/drawing/2014/main" id="{0CBF31B6-CFBB-2875-7458-EAC6FBA40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742" y="1343891"/>
            <a:ext cx="5932516" cy="347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509;p39">
            <a:extLst>
              <a:ext uri="{FF2B5EF4-FFF2-40B4-BE49-F238E27FC236}">
                <a16:creationId xmlns:a16="http://schemas.microsoft.com/office/drawing/2014/main" id="{15128558-4734-2914-87EC-AE97FE97B565}"/>
              </a:ext>
            </a:extLst>
          </p:cNvPr>
          <p:cNvSpPr txBox="1">
            <a:spLocks/>
          </p:cNvSpPr>
          <p:nvPr/>
        </p:nvSpPr>
        <p:spPr>
          <a:xfrm>
            <a:off x="3073349" y="1051364"/>
            <a:ext cx="2997300" cy="3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b="1" dirty="0">
                <a:latin typeface="Arima" panose="020B0604020202020204" charset="0"/>
                <a:cs typeface="Arima" panose="020B0604020202020204" charset="0"/>
              </a:rPr>
              <a:t>Class Diagram</a:t>
            </a:r>
            <a:endParaRPr lang="en-US" b="1" dirty="0">
              <a:latin typeface="Arima" panose="020B0604020202020204" charset="0"/>
              <a:cs typeface="Arima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69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1111" name="Google Shape;1111;p69"/>
          <p:cNvSpPr txBox="1">
            <a:spLocks noGrp="1"/>
          </p:cNvSpPr>
          <p:nvPr>
            <p:ph type="subTitle" idx="2"/>
          </p:nvPr>
        </p:nvSpPr>
        <p:spPr>
          <a:xfrm>
            <a:off x="1522688" y="3577775"/>
            <a:ext cx="2785800" cy="4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Priyadharshan P</a:t>
            </a:r>
            <a:endParaRPr dirty="0"/>
          </a:p>
        </p:txBody>
      </p:sp>
      <p:sp>
        <p:nvSpPr>
          <p:cNvPr id="1113" name="Google Shape;1113;p69"/>
          <p:cNvSpPr txBox="1">
            <a:spLocks noGrp="1"/>
          </p:cNvSpPr>
          <p:nvPr>
            <p:ph type="subTitle" idx="4"/>
          </p:nvPr>
        </p:nvSpPr>
        <p:spPr>
          <a:xfrm>
            <a:off x="4835513" y="3577775"/>
            <a:ext cx="2785800" cy="4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Monish Anand J</a:t>
            </a:r>
            <a:endParaRPr dirty="0"/>
          </a:p>
        </p:txBody>
      </p:sp>
      <p:pic>
        <p:nvPicPr>
          <p:cNvPr id="1114" name="Google Shape;1114;p69"/>
          <p:cNvPicPr preferRelativeResize="0"/>
          <p:nvPr/>
        </p:nvPicPr>
        <p:blipFill rotWithShape="1">
          <a:blip r:embed="rId3">
            <a:alphaModFix/>
          </a:blip>
          <a:srcRect t="35038" b="9424"/>
          <a:stretch/>
        </p:blipFill>
        <p:spPr>
          <a:xfrm>
            <a:off x="1522700" y="1188788"/>
            <a:ext cx="2785800" cy="232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115" name="Google Shape;1115;p69"/>
          <p:cNvPicPr preferRelativeResize="0"/>
          <p:nvPr/>
        </p:nvPicPr>
        <p:blipFill rotWithShape="1">
          <a:blip r:embed="rId4">
            <a:alphaModFix/>
          </a:blip>
          <a:srcRect t="22231" b="22231"/>
          <a:stretch/>
        </p:blipFill>
        <p:spPr>
          <a:xfrm>
            <a:off x="4835525" y="1188788"/>
            <a:ext cx="2785800" cy="232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71"/>
          <p:cNvSpPr txBox="1">
            <a:spLocks noGrp="1"/>
          </p:cNvSpPr>
          <p:nvPr>
            <p:ph type="ctrTitle"/>
          </p:nvPr>
        </p:nvSpPr>
        <p:spPr>
          <a:xfrm>
            <a:off x="1035200" y="1331112"/>
            <a:ext cx="3216600" cy="10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128" name="Google Shape;1128;p71"/>
          <p:cNvSpPr txBox="1">
            <a:spLocks noGrp="1"/>
          </p:cNvSpPr>
          <p:nvPr>
            <p:ph type="subTitle" idx="1"/>
          </p:nvPr>
        </p:nvSpPr>
        <p:spPr>
          <a:xfrm>
            <a:off x="1035200" y="2372403"/>
            <a:ext cx="3216600" cy="13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Does anyone have any questions?</a:t>
            </a: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dirty="0"/>
              <a:t>priyadharshansharma@gmail.com</a:t>
            </a:r>
            <a:br>
              <a:rPr lang="en" dirty="0"/>
            </a:br>
            <a:r>
              <a:rPr lang="en" dirty="0"/>
              <a:t>yourwebsite.com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9" name="Google Shape;1129;p71"/>
          <p:cNvSpPr txBox="1">
            <a:spLocks noGrp="1"/>
          </p:cNvSpPr>
          <p:nvPr>
            <p:ph type="subTitle" idx="2"/>
          </p:nvPr>
        </p:nvSpPr>
        <p:spPr>
          <a:xfrm rot="-1283">
            <a:off x="4894650" y="3318774"/>
            <a:ext cx="3216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Please keep this slide as attribution</a:t>
            </a:r>
            <a:endParaRPr dirty="0"/>
          </a:p>
        </p:txBody>
      </p:sp>
      <p:sp>
        <p:nvSpPr>
          <p:cNvPr id="1130" name="Google Shape;1130;p71"/>
          <p:cNvSpPr/>
          <p:nvPr/>
        </p:nvSpPr>
        <p:spPr>
          <a:xfrm>
            <a:off x="3596019" y="4171670"/>
            <a:ext cx="358973" cy="431823"/>
          </a:xfrm>
          <a:custGeom>
            <a:avLst/>
            <a:gdLst/>
            <a:ahLst/>
            <a:cxnLst/>
            <a:rect l="l" t="t" r="r" b="b"/>
            <a:pathLst>
              <a:path w="12388" h="14902" extrusionOk="0">
                <a:moveTo>
                  <a:pt x="5035" y="0"/>
                </a:moveTo>
                <a:cubicBezTo>
                  <a:pt x="4605" y="0"/>
                  <a:pt x="4255" y="350"/>
                  <a:pt x="4255" y="782"/>
                </a:cubicBezTo>
                <a:cubicBezTo>
                  <a:pt x="4255" y="3344"/>
                  <a:pt x="6339" y="5428"/>
                  <a:pt x="8901" y="5428"/>
                </a:cubicBezTo>
                <a:lnTo>
                  <a:pt x="10253" y="5428"/>
                </a:lnTo>
                <a:cubicBezTo>
                  <a:pt x="10569" y="5428"/>
                  <a:pt x="10827" y="5684"/>
                  <a:pt x="10827" y="6001"/>
                </a:cubicBezTo>
                <a:cubicBezTo>
                  <a:pt x="10827" y="6317"/>
                  <a:pt x="10569" y="6574"/>
                  <a:pt x="10253" y="6574"/>
                </a:cubicBezTo>
                <a:lnTo>
                  <a:pt x="4164" y="6574"/>
                </a:lnTo>
                <a:cubicBezTo>
                  <a:pt x="1869" y="6574"/>
                  <a:pt x="1" y="8441"/>
                  <a:pt x="1" y="10737"/>
                </a:cubicBezTo>
                <a:cubicBezTo>
                  <a:pt x="1" y="13033"/>
                  <a:pt x="1869" y="14901"/>
                  <a:pt x="4164" y="14901"/>
                </a:cubicBezTo>
                <a:lnTo>
                  <a:pt x="8660" y="14901"/>
                </a:lnTo>
                <a:cubicBezTo>
                  <a:pt x="9092" y="14901"/>
                  <a:pt x="9442" y="14551"/>
                  <a:pt x="9443" y="14118"/>
                </a:cubicBezTo>
                <a:cubicBezTo>
                  <a:pt x="9443" y="13687"/>
                  <a:pt x="9093" y="13338"/>
                  <a:pt x="8662" y="13338"/>
                </a:cubicBezTo>
                <a:lnTo>
                  <a:pt x="4166" y="13338"/>
                </a:lnTo>
                <a:cubicBezTo>
                  <a:pt x="2731" y="13338"/>
                  <a:pt x="1564" y="12171"/>
                  <a:pt x="1564" y="10736"/>
                </a:cubicBezTo>
                <a:cubicBezTo>
                  <a:pt x="1564" y="9301"/>
                  <a:pt x="2731" y="8134"/>
                  <a:pt x="4166" y="8134"/>
                </a:cubicBezTo>
                <a:lnTo>
                  <a:pt x="10255" y="8134"/>
                </a:lnTo>
                <a:cubicBezTo>
                  <a:pt x="11431" y="8134"/>
                  <a:pt x="12388" y="7178"/>
                  <a:pt x="12388" y="6001"/>
                </a:cubicBezTo>
                <a:cubicBezTo>
                  <a:pt x="12388" y="4824"/>
                  <a:pt x="11432" y="3867"/>
                  <a:pt x="10255" y="3867"/>
                </a:cubicBezTo>
                <a:lnTo>
                  <a:pt x="8902" y="3867"/>
                </a:lnTo>
                <a:cubicBezTo>
                  <a:pt x="7199" y="3867"/>
                  <a:pt x="5816" y="2482"/>
                  <a:pt x="5816" y="782"/>
                </a:cubicBezTo>
                <a:cubicBezTo>
                  <a:pt x="5816" y="350"/>
                  <a:pt x="5467" y="0"/>
                  <a:pt x="50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71"/>
          <p:cNvSpPr/>
          <p:nvPr/>
        </p:nvSpPr>
        <p:spPr>
          <a:xfrm>
            <a:off x="720003" y="4094912"/>
            <a:ext cx="508555" cy="508584"/>
          </a:xfrm>
          <a:custGeom>
            <a:avLst/>
            <a:gdLst/>
            <a:ahLst/>
            <a:cxnLst/>
            <a:rect l="l" t="t" r="r" b="b"/>
            <a:pathLst>
              <a:path w="17550" h="17551" extrusionOk="0">
                <a:moveTo>
                  <a:pt x="1962" y="0"/>
                </a:moveTo>
                <a:cubicBezTo>
                  <a:pt x="879" y="0"/>
                  <a:pt x="1" y="878"/>
                  <a:pt x="1" y="1960"/>
                </a:cubicBezTo>
                <a:lnTo>
                  <a:pt x="1" y="5851"/>
                </a:lnTo>
                <a:lnTo>
                  <a:pt x="1" y="15591"/>
                </a:lnTo>
                <a:cubicBezTo>
                  <a:pt x="1" y="16673"/>
                  <a:pt x="879" y="17550"/>
                  <a:pt x="1962" y="17550"/>
                </a:cubicBezTo>
                <a:lnTo>
                  <a:pt x="17550" y="17550"/>
                </a:lnTo>
                <a:lnTo>
                  <a:pt x="17523" y="17524"/>
                </a:lnTo>
                <a:lnTo>
                  <a:pt x="17550" y="17524"/>
                </a:lnTo>
                <a:lnTo>
                  <a:pt x="17550" y="13634"/>
                </a:lnTo>
                <a:cubicBezTo>
                  <a:pt x="17549" y="12552"/>
                  <a:pt x="16671" y="11674"/>
                  <a:pt x="15588" y="11674"/>
                </a:cubicBezTo>
                <a:lnTo>
                  <a:pt x="13642" y="11674"/>
                </a:lnTo>
                <a:cubicBezTo>
                  <a:pt x="12556" y="11674"/>
                  <a:pt x="11677" y="10791"/>
                  <a:pt x="11682" y="9704"/>
                </a:cubicBezTo>
                <a:lnTo>
                  <a:pt x="11691" y="7792"/>
                </a:lnTo>
                <a:cubicBezTo>
                  <a:pt x="11696" y="6706"/>
                  <a:pt x="10817" y="5822"/>
                  <a:pt x="9731" y="5822"/>
                </a:cubicBezTo>
                <a:lnTo>
                  <a:pt x="7811" y="5822"/>
                </a:lnTo>
                <a:cubicBezTo>
                  <a:pt x="6728" y="5822"/>
                  <a:pt x="5850" y="4945"/>
                  <a:pt x="5850" y="3863"/>
                </a:cubicBezTo>
                <a:lnTo>
                  <a:pt x="5850" y="1960"/>
                </a:lnTo>
                <a:cubicBezTo>
                  <a:pt x="5850" y="878"/>
                  <a:pt x="4972" y="0"/>
                  <a:pt x="38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71"/>
          <p:cNvSpPr/>
          <p:nvPr/>
        </p:nvSpPr>
        <p:spPr>
          <a:xfrm>
            <a:off x="8103082" y="3606773"/>
            <a:ext cx="172213" cy="156884"/>
          </a:xfrm>
          <a:custGeom>
            <a:avLst/>
            <a:gdLst/>
            <a:ahLst/>
            <a:cxnLst/>
            <a:rect l="l" t="t" r="r" b="b"/>
            <a:pathLst>
              <a:path w="5943" h="5414" extrusionOk="0">
                <a:moveTo>
                  <a:pt x="2972" y="0"/>
                </a:moveTo>
                <a:cubicBezTo>
                  <a:pt x="2279" y="0"/>
                  <a:pt x="1587" y="264"/>
                  <a:pt x="1058" y="793"/>
                </a:cubicBezTo>
                <a:cubicBezTo>
                  <a:pt x="1" y="1850"/>
                  <a:pt x="1" y="3563"/>
                  <a:pt x="1058" y="4620"/>
                </a:cubicBezTo>
                <a:cubicBezTo>
                  <a:pt x="1587" y="5149"/>
                  <a:pt x="2279" y="5413"/>
                  <a:pt x="2972" y="5413"/>
                </a:cubicBezTo>
                <a:cubicBezTo>
                  <a:pt x="3664" y="5413"/>
                  <a:pt x="4357" y="5149"/>
                  <a:pt x="4885" y="4620"/>
                </a:cubicBezTo>
                <a:cubicBezTo>
                  <a:pt x="5943" y="3563"/>
                  <a:pt x="5943" y="1850"/>
                  <a:pt x="4885" y="793"/>
                </a:cubicBezTo>
                <a:cubicBezTo>
                  <a:pt x="4357" y="264"/>
                  <a:pt x="3664" y="0"/>
                  <a:pt x="29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71"/>
          <p:cNvSpPr/>
          <p:nvPr/>
        </p:nvSpPr>
        <p:spPr>
          <a:xfrm>
            <a:off x="3863374" y="-4"/>
            <a:ext cx="388414" cy="868832"/>
          </a:xfrm>
          <a:custGeom>
            <a:avLst/>
            <a:gdLst/>
            <a:ahLst/>
            <a:cxnLst/>
            <a:rect l="l" t="t" r="r" b="b"/>
            <a:pathLst>
              <a:path w="13404" h="29983" extrusionOk="0">
                <a:moveTo>
                  <a:pt x="1" y="1"/>
                </a:moveTo>
                <a:lnTo>
                  <a:pt x="1" y="23281"/>
                </a:lnTo>
                <a:cubicBezTo>
                  <a:pt x="1" y="26981"/>
                  <a:pt x="3000" y="29982"/>
                  <a:pt x="6701" y="29982"/>
                </a:cubicBezTo>
                <a:cubicBezTo>
                  <a:pt x="10403" y="29982"/>
                  <a:pt x="13403" y="26983"/>
                  <a:pt x="13402" y="23281"/>
                </a:cubicBezTo>
                <a:lnTo>
                  <a:pt x="1340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4" name="Google Shape;1134;p71"/>
          <p:cNvGrpSpPr/>
          <p:nvPr/>
        </p:nvGrpSpPr>
        <p:grpSpPr>
          <a:xfrm>
            <a:off x="6759548" y="3904749"/>
            <a:ext cx="977788" cy="1238759"/>
            <a:chOff x="227223" y="1681074"/>
            <a:chExt cx="977788" cy="1238759"/>
          </a:xfrm>
        </p:grpSpPr>
        <p:sp>
          <p:nvSpPr>
            <p:cNvPr id="1135" name="Google Shape;1135;p71"/>
            <p:cNvSpPr/>
            <p:nvPr/>
          </p:nvSpPr>
          <p:spPr>
            <a:xfrm>
              <a:off x="283700" y="1737638"/>
              <a:ext cx="864805" cy="1168054"/>
            </a:xfrm>
            <a:custGeom>
              <a:avLst/>
              <a:gdLst/>
              <a:ahLst/>
              <a:cxnLst/>
              <a:rect l="l" t="t" r="r" b="b"/>
              <a:pathLst>
                <a:path w="29844" h="40309" extrusionOk="0">
                  <a:moveTo>
                    <a:pt x="14922" y="0"/>
                  </a:moveTo>
                  <a:cubicBezTo>
                    <a:pt x="6694" y="0"/>
                    <a:pt x="0" y="6694"/>
                    <a:pt x="0" y="14921"/>
                  </a:cubicBezTo>
                  <a:lnTo>
                    <a:pt x="0" y="40308"/>
                  </a:lnTo>
                  <a:lnTo>
                    <a:pt x="976" y="40308"/>
                  </a:lnTo>
                  <a:lnTo>
                    <a:pt x="976" y="14921"/>
                  </a:lnTo>
                  <a:cubicBezTo>
                    <a:pt x="976" y="7232"/>
                    <a:pt x="7233" y="976"/>
                    <a:pt x="14923" y="976"/>
                  </a:cubicBezTo>
                  <a:cubicBezTo>
                    <a:pt x="22612" y="976"/>
                    <a:pt x="28868" y="7232"/>
                    <a:pt x="28868" y="14921"/>
                  </a:cubicBezTo>
                  <a:lnTo>
                    <a:pt x="28868" y="40308"/>
                  </a:lnTo>
                  <a:lnTo>
                    <a:pt x="29843" y="40308"/>
                  </a:lnTo>
                  <a:lnTo>
                    <a:pt x="29843" y="14921"/>
                  </a:lnTo>
                  <a:cubicBezTo>
                    <a:pt x="29843" y="6694"/>
                    <a:pt x="23149" y="0"/>
                    <a:pt x="149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71"/>
            <p:cNvSpPr/>
            <p:nvPr/>
          </p:nvSpPr>
          <p:spPr>
            <a:xfrm>
              <a:off x="227223" y="1681074"/>
              <a:ext cx="977788" cy="1238759"/>
            </a:xfrm>
            <a:custGeom>
              <a:avLst/>
              <a:gdLst/>
              <a:ahLst/>
              <a:cxnLst/>
              <a:rect l="l" t="t" r="r" b="b"/>
              <a:pathLst>
                <a:path w="33743" h="42749" extrusionOk="0">
                  <a:moveTo>
                    <a:pt x="16871" y="976"/>
                  </a:moveTo>
                  <a:cubicBezTo>
                    <a:pt x="25637" y="976"/>
                    <a:pt x="32767" y="8108"/>
                    <a:pt x="32767" y="16873"/>
                  </a:cubicBezTo>
                  <a:lnTo>
                    <a:pt x="32767" y="41773"/>
                  </a:lnTo>
                  <a:lnTo>
                    <a:pt x="29841" y="41773"/>
                  </a:lnTo>
                  <a:lnTo>
                    <a:pt x="29841" y="16873"/>
                  </a:lnTo>
                  <a:cubicBezTo>
                    <a:pt x="29841" y="9721"/>
                    <a:pt x="24022" y="3903"/>
                    <a:pt x="16871" y="3903"/>
                  </a:cubicBezTo>
                  <a:cubicBezTo>
                    <a:pt x="9719" y="3903"/>
                    <a:pt x="3901" y="9721"/>
                    <a:pt x="3901" y="16873"/>
                  </a:cubicBezTo>
                  <a:lnTo>
                    <a:pt x="3901" y="41773"/>
                  </a:lnTo>
                  <a:lnTo>
                    <a:pt x="976" y="41773"/>
                  </a:lnTo>
                  <a:lnTo>
                    <a:pt x="976" y="16873"/>
                  </a:lnTo>
                  <a:cubicBezTo>
                    <a:pt x="976" y="8109"/>
                    <a:pt x="8104" y="976"/>
                    <a:pt x="16871" y="976"/>
                  </a:cubicBezTo>
                  <a:close/>
                  <a:moveTo>
                    <a:pt x="16872" y="1"/>
                  </a:moveTo>
                  <a:cubicBezTo>
                    <a:pt x="7567" y="1"/>
                    <a:pt x="0" y="7571"/>
                    <a:pt x="0" y="16873"/>
                  </a:cubicBezTo>
                  <a:lnTo>
                    <a:pt x="0" y="42746"/>
                  </a:lnTo>
                  <a:lnTo>
                    <a:pt x="4877" y="42746"/>
                  </a:lnTo>
                  <a:lnTo>
                    <a:pt x="4877" y="16873"/>
                  </a:lnTo>
                  <a:cubicBezTo>
                    <a:pt x="4877" y="10258"/>
                    <a:pt x="10256" y="4878"/>
                    <a:pt x="16870" y="4878"/>
                  </a:cubicBezTo>
                  <a:cubicBezTo>
                    <a:pt x="23485" y="4878"/>
                    <a:pt x="28865" y="10258"/>
                    <a:pt x="28865" y="16873"/>
                  </a:cubicBezTo>
                  <a:lnTo>
                    <a:pt x="28865" y="42748"/>
                  </a:lnTo>
                  <a:lnTo>
                    <a:pt x="33743" y="42748"/>
                  </a:lnTo>
                  <a:lnTo>
                    <a:pt x="33743" y="16873"/>
                  </a:lnTo>
                  <a:cubicBezTo>
                    <a:pt x="33743" y="7571"/>
                    <a:pt x="26176" y="1"/>
                    <a:pt x="168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7" name="Google Shape;1137;p71"/>
          <p:cNvSpPr/>
          <p:nvPr/>
        </p:nvSpPr>
        <p:spPr>
          <a:xfrm>
            <a:off x="4571999" y="3823198"/>
            <a:ext cx="275286" cy="271693"/>
          </a:xfrm>
          <a:custGeom>
            <a:avLst/>
            <a:gdLst/>
            <a:ahLst/>
            <a:cxnLst/>
            <a:rect l="l" t="t" r="r" b="b"/>
            <a:pathLst>
              <a:path w="9500" h="9376" extrusionOk="0">
                <a:moveTo>
                  <a:pt x="4931" y="1"/>
                </a:moveTo>
                <a:cubicBezTo>
                  <a:pt x="3810" y="1"/>
                  <a:pt x="2899" y="910"/>
                  <a:pt x="2899" y="2032"/>
                </a:cubicBezTo>
                <a:cubicBezTo>
                  <a:pt x="2899" y="2494"/>
                  <a:pt x="3056" y="2918"/>
                  <a:pt x="3314" y="3258"/>
                </a:cubicBezTo>
                <a:lnTo>
                  <a:pt x="3059" y="3258"/>
                </a:lnTo>
                <a:cubicBezTo>
                  <a:pt x="1370" y="3258"/>
                  <a:pt x="1" y="4627"/>
                  <a:pt x="1" y="6316"/>
                </a:cubicBezTo>
                <a:cubicBezTo>
                  <a:pt x="1" y="8006"/>
                  <a:pt x="1370" y="9376"/>
                  <a:pt x="3059" y="9376"/>
                </a:cubicBezTo>
                <a:lnTo>
                  <a:pt x="6439" y="9376"/>
                </a:lnTo>
                <a:cubicBezTo>
                  <a:pt x="8128" y="9376"/>
                  <a:pt x="9499" y="8006"/>
                  <a:pt x="9499" y="6316"/>
                </a:cubicBezTo>
                <a:cubicBezTo>
                  <a:pt x="9500" y="5288"/>
                  <a:pt x="8989" y="4379"/>
                  <a:pt x="8210" y="3824"/>
                </a:cubicBezTo>
                <a:cubicBezTo>
                  <a:pt x="8850" y="3482"/>
                  <a:pt x="9287" y="2809"/>
                  <a:pt x="9287" y="2032"/>
                </a:cubicBezTo>
                <a:cubicBezTo>
                  <a:pt x="9287" y="910"/>
                  <a:pt x="8376" y="1"/>
                  <a:pt x="7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71"/>
          <p:cNvSpPr/>
          <p:nvPr/>
        </p:nvSpPr>
        <p:spPr>
          <a:xfrm>
            <a:off x="7966216" y="539998"/>
            <a:ext cx="445935" cy="445964"/>
          </a:xfrm>
          <a:custGeom>
            <a:avLst/>
            <a:gdLst/>
            <a:ahLst/>
            <a:cxnLst/>
            <a:rect l="l" t="t" r="r" b="b"/>
            <a:pathLst>
              <a:path w="15389" h="15390" extrusionOk="0">
                <a:moveTo>
                  <a:pt x="0" y="1"/>
                </a:moveTo>
                <a:lnTo>
                  <a:pt x="24" y="24"/>
                </a:lnTo>
                <a:lnTo>
                  <a:pt x="0" y="24"/>
                </a:lnTo>
                <a:lnTo>
                  <a:pt x="0" y="3435"/>
                </a:lnTo>
                <a:cubicBezTo>
                  <a:pt x="0" y="4384"/>
                  <a:pt x="770" y="5153"/>
                  <a:pt x="1719" y="5153"/>
                </a:cubicBezTo>
                <a:lnTo>
                  <a:pt x="3427" y="5153"/>
                </a:lnTo>
                <a:cubicBezTo>
                  <a:pt x="4379" y="5153"/>
                  <a:pt x="5150" y="5927"/>
                  <a:pt x="5146" y="6879"/>
                </a:cubicBezTo>
                <a:lnTo>
                  <a:pt x="5138" y="8555"/>
                </a:lnTo>
                <a:cubicBezTo>
                  <a:pt x="5135" y="9507"/>
                  <a:pt x="5905" y="10281"/>
                  <a:pt x="6857" y="10281"/>
                </a:cubicBezTo>
                <a:lnTo>
                  <a:pt x="8540" y="10281"/>
                </a:lnTo>
                <a:cubicBezTo>
                  <a:pt x="9490" y="10281"/>
                  <a:pt x="10259" y="11050"/>
                  <a:pt x="10259" y="12000"/>
                </a:cubicBezTo>
                <a:lnTo>
                  <a:pt x="10259" y="13671"/>
                </a:lnTo>
                <a:cubicBezTo>
                  <a:pt x="10259" y="14621"/>
                  <a:pt x="11028" y="15390"/>
                  <a:pt x="11978" y="15390"/>
                </a:cubicBezTo>
                <a:lnTo>
                  <a:pt x="13669" y="15390"/>
                </a:lnTo>
                <a:cubicBezTo>
                  <a:pt x="14619" y="15390"/>
                  <a:pt x="15388" y="14621"/>
                  <a:pt x="15388" y="13671"/>
                </a:cubicBezTo>
                <a:lnTo>
                  <a:pt x="15388" y="10260"/>
                </a:lnTo>
                <a:lnTo>
                  <a:pt x="15388" y="1720"/>
                </a:lnTo>
                <a:cubicBezTo>
                  <a:pt x="15388" y="770"/>
                  <a:pt x="14619" y="1"/>
                  <a:pt x="136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9" name="Google Shape;1139;p71"/>
          <p:cNvGrpSpPr/>
          <p:nvPr/>
        </p:nvGrpSpPr>
        <p:grpSpPr>
          <a:xfrm rot="10800000" flipH="1">
            <a:off x="3017010" y="-12"/>
            <a:ext cx="735565" cy="809892"/>
            <a:chOff x="4880660" y="1531638"/>
            <a:chExt cx="735565" cy="809892"/>
          </a:xfrm>
        </p:grpSpPr>
        <p:sp>
          <p:nvSpPr>
            <p:cNvPr id="1140" name="Google Shape;1140;p71"/>
            <p:cNvSpPr/>
            <p:nvPr/>
          </p:nvSpPr>
          <p:spPr>
            <a:xfrm>
              <a:off x="4978777" y="1629726"/>
              <a:ext cx="539387" cy="711803"/>
            </a:xfrm>
            <a:custGeom>
              <a:avLst/>
              <a:gdLst/>
              <a:ahLst/>
              <a:cxnLst/>
              <a:rect l="l" t="t" r="r" b="b"/>
              <a:pathLst>
                <a:path w="18614" h="24564" extrusionOk="0">
                  <a:moveTo>
                    <a:pt x="9307" y="1"/>
                  </a:moveTo>
                  <a:cubicBezTo>
                    <a:pt x="8052" y="1"/>
                    <a:pt x="6831" y="248"/>
                    <a:pt x="5684" y="733"/>
                  </a:cubicBezTo>
                  <a:cubicBezTo>
                    <a:pt x="4575" y="1202"/>
                    <a:pt x="3581" y="1873"/>
                    <a:pt x="2726" y="2727"/>
                  </a:cubicBezTo>
                  <a:cubicBezTo>
                    <a:pt x="1871" y="3582"/>
                    <a:pt x="1200" y="4576"/>
                    <a:pt x="732" y="5685"/>
                  </a:cubicBezTo>
                  <a:cubicBezTo>
                    <a:pt x="247" y="6832"/>
                    <a:pt x="0" y="8050"/>
                    <a:pt x="0" y="9308"/>
                  </a:cubicBezTo>
                  <a:lnTo>
                    <a:pt x="0" y="24564"/>
                  </a:lnTo>
                  <a:lnTo>
                    <a:pt x="333" y="24564"/>
                  </a:lnTo>
                  <a:lnTo>
                    <a:pt x="333" y="9308"/>
                  </a:lnTo>
                  <a:cubicBezTo>
                    <a:pt x="333" y="8096"/>
                    <a:pt x="569" y="6920"/>
                    <a:pt x="1038" y="5814"/>
                  </a:cubicBezTo>
                  <a:cubicBezTo>
                    <a:pt x="1489" y="4745"/>
                    <a:pt x="2136" y="3786"/>
                    <a:pt x="2960" y="2962"/>
                  </a:cubicBezTo>
                  <a:cubicBezTo>
                    <a:pt x="3784" y="2138"/>
                    <a:pt x="4745" y="1491"/>
                    <a:pt x="5813" y="1039"/>
                  </a:cubicBezTo>
                  <a:cubicBezTo>
                    <a:pt x="6921" y="571"/>
                    <a:pt x="8095" y="334"/>
                    <a:pt x="9307" y="334"/>
                  </a:cubicBezTo>
                  <a:cubicBezTo>
                    <a:pt x="10519" y="334"/>
                    <a:pt x="11694" y="570"/>
                    <a:pt x="12801" y="1039"/>
                  </a:cubicBezTo>
                  <a:cubicBezTo>
                    <a:pt x="13870" y="1491"/>
                    <a:pt x="14828" y="2137"/>
                    <a:pt x="15653" y="2962"/>
                  </a:cubicBezTo>
                  <a:cubicBezTo>
                    <a:pt x="16477" y="3785"/>
                    <a:pt x="17124" y="4745"/>
                    <a:pt x="17576" y="5814"/>
                  </a:cubicBezTo>
                  <a:cubicBezTo>
                    <a:pt x="18043" y="6922"/>
                    <a:pt x="18280" y="8096"/>
                    <a:pt x="18280" y="9308"/>
                  </a:cubicBezTo>
                  <a:lnTo>
                    <a:pt x="18280" y="24564"/>
                  </a:lnTo>
                  <a:lnTo>
                    <a:pt x="18614" y="24564"/>
                  </a:lnTo>
                  <a:lnTo>
                    <a:pt x="18614" y="9308"/>
                  </a:lnTo>
                  <a:cubicBezTo>
                    <a:pt x="18614" y="8052"/>
                    <a:pt x="18367" y="6832"/>
                    <a:pt x="17882" y="5685"/>
                  </a:cubicBezTo>
                  <a:cubicBezTo>
                    <a:pt x="17413" y="4578"/>
                    <a:pt x="16742" y="3582"/>
                    <a:pt x="15888" y="2727"/>
                  </a:cubicBezTo>
                  <a:cubicBezTo>
                    <a:pt x="15033" y="1873"/>
                    <a:pt x="14038" y="1202"/>
                    <a:pt x="12930" y="733"/>
                  </a:cubicBezTo>
                  <a:cubicBezTo>
                    <a:pt x="11782" y="248"/>
                    <a:pt x="10563" y="1"/>
                    <a:pt x="9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71"/>
            <p:cNvSpPr/>
            <p:nvPr/>
          </p:nvSpPr>
          <p:spPr>
            <a:xfrm>
              <a:off x="4983240" y="1634218"/>
              <a:ext cx="530375" cy="702791"/>
            </a:xfrm>
            <a:custGeom>
              <a:avLst/>
              <a:gdLst/>
              <a:ahLst/>
              <a:cxnLst/>
              <a:rect l="l" t="t" r="r" b="b"/>
              <a:pathLst>
                <a:path w="18303" h="24253" extrusionOk="0">
                  <a:moveTo>
                    <a:pt x="9152" y="1"/>
                  </a:moveTo>
                  <a:cubicBezTo>
                    <a:pt x="7916" y="1"/>
                    <a:pt x="6717" y="242"/>
                    <a:pt x="5590" y="719"/>
                  </a:cubicBezTo>
                  <a:cubicBezTo>
                    <a:pt x="4499" y="1182"/>
                    <a:pt x="3521" y="1842"/>
                    <a:pt x="2680" y="2681"/>
                  </a:cubicBezTo>
                  <a:cubicBezTo>
                    <a:pt x="1839" y="3522"/>
                    <a:pt x="1179" y="4501"/>
                    <a:pt x="719" y="5591"/>
                  </a:cubicBezTo>
                  <a:cubicBezTo>
                    <a:pt x="242" y="6718"/>
                    <a:pt x="0" y="7918"/>
                    <a:pt x="0" y="9153"/>
                  </a:cubicBezTo>
                  <a:lnTo>
                    <a:pt x="0" y="24252"/>
                  </a:lnTo>
                  <a:lnTo>
                    <a:pt x="21" y="24252"/>
                  </a:lnTo>
                  <a:lnTo>
                    <a:pt x="21" y="9153"/>
                  </a:lnTo>
                  <a:cubicBezTo>
                    <a:pt x="21" y="7920"/>
                    <a:pt x="262" y="6723"/>
                    <a:pt x="738" y="5598"/>
                  </a:cubicBezTo>
                  <a:cubicBezTo>
                    <a:pt x="1198" y="4511"/>
                    <a:pt x="1855" y="3535"/>
                    <a:pt x="2695" y="2696"/>
                  </a:cubicBezTo>
                  <a:cubicBezTo>
                    <a:pt x="3533" y="1857"/>
                    <a:pt x="4511" y="1198"/>
                    <a:pt x="5597" y="739"/>
                  </a:cubicBezTo>
                  <a:cubicBezTo>
                    <a:pt x="6723" y="263"/>
                    <a:pt x="7919" y="21"/>
                    <a:pt x="9152" y="21"/>
                  </a:cubicBezTo>
                  <a:cubicBezTo>
                    <a:pt x="10384" y="21"/>
                    <a:pt x="11580" y="263"/>
                    <a:pt x="12706" y="739"/>
                  </a:cubicBezTo>
                  <a:cubicBezTo>
                    <a:pt x="13794" y="1198"/>
                    <a:pt x="14770" y="1857"/>
                    <a:pt x="15608" y="2696"/>
                  </a:cubicBezTo>
                  <a:cubicBezTo>
                    <a:pt x="16447" y="3535"/>
                    <a:pt x="17105" y="4512"/>
                    <a:pt x="17565" y="5598"/>
                  </a:cubicBezTo>
                  <a:cubicBezTo>
                    <a:pt x="18042" y="6723"/>
                    <a:pt x="18282" y="7920"/>
                    <a:pt x="18282" y="9153"/>
                  </a:cubicBezTo>
                  <a:lnTo>
                    <a:pt x="18282" y="24253"/>
                  </a:lnTo>
                  <a:lnTo>
                    <a:pt x="18303" y="24253"/>
                  </a:lnTo>
                  <a:lnTo>
                    <a:pt x="18303" y="9153"/>
                  </a:lnTo>
                  <a:cubicBezTo>
                    <a:pt x="18303" y="7918"/>
                    <a:pt x="18062" y="6718"/>
                    <a:pt x="17584" y="5591"/>
                  </a:cubicBezTo>
                  <a:cubicBezTo>
                    <a:pt x="17123" y="4500"/>
                    <a:pt x="16463" y="3522"/>
                    <a:pt x="15623" y="2681"/>
                  </a:cubicBezTo>
                  <a:cubicBezTo>
                    <a:pt x="14782" y="1840"/>
                    <a:pt x="13803" y="1181"/>
                    <a:pt x="12714" y="719"/>
                  </a:cubicBezTo>
                  <a:cubicBezTo>
                    <a:pt x="11586" y="242"/>
                    <a:pt x="10387" y="1"/>
                    <a:pt x="91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71"/>
            <p:cNvSpPr/>
            <p:nvPr/>
          </p:nvSpPr>
          <p:spPr>
            <a:xfrm>
              <a:off x="5174867" y="1825815"/>
              <a:ext cx="147177" cy="515713"/>
            </a:xfrm>
            <a:custGeom>
              <a:avLst/>
              <a:gdLst/>
              <a:ahLst/>
              <a:cxnLst/>
              <a:rect l="l" t="t" r="r" b="b"/>
              <a:pathLst>
                <a:path w="5079" h="17797" extrusionOk="0">
                  <a:moveTo>
                    <a:pt x="2540" y="1"/>
                  </a:moveTo>
                  <a:cubicBezTo>
                    <a:pt x="1140" y="1"/>
                    <a:pt x="0" y="1141"/>
                    <a:pt x="0" y="2541"/>
                  </a:cubicBezTo>
                  <a:lnTo>
                    <a:pt x="0" y="17797"/>
                  </a:lnTo>
                  <a:lnTo>
                    <a:pt x="333" y="17797"/>
                  </a:lnTo>
                  <a:lnTo>
                    <a:pt x="333" y="2541"/>
                  </a:lnTo>
                  <a:cubicBezTo>
                    <a:pt x="333" y="1324"/>
                    <a:pt x="1323" y="335"/>
                    <a:pt x="2540" y="335"/>
                  </a:cubicBezTo>
                  <a:cubicBezTo>
                    <a:pt x="3755" y="335"/>
                    <a:pt x="4745" y="1323"/>
                    <a:pt x="4745" y="2541"/>
                  </a:cubicBezTo>
                  <a:lnTo>
                    <a:pt x="4745" y="17797"/>
                  </a:lnTo>
                  <a:lnTo>
                    <a:pt x="5079" y="17797"/>
                  </a:lnTo>
                  <a:lnTo>
                    <a:pt x="5079" y="2541"/>
                  </a:lnTo>
                  <a:cubicBezTo>
                    <a:pt x="5079" y="1141"/>
                    <a:pt x="3940" y="1"/>
                    <a:pt x="25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71"/>
            <p:cNvSpPr/>
            <p:nvPr/>
          </p:nvSpPr>
          <p:spPr>
            <a:xfrm>
              <a:off x="5179387" y="1830365"/>
              <a:ext cx="138078" cy="506643"/>
            </a:xfrm>
            <a:custGeom>
              <a:avLst/>
              <a:gdLst/>
              <a:ahLst/>
              <a:cxnLst/>
              <a:rect l="l" t="t" r="r" b="b"/>
              <a:pathLst>
                <a:path w="4765" h="17484" extrusionOk="0">
                  <a:moveTo>
                    <a:pt x="2382" y="1"/>
                  </a:moveTo>
                  <a:cubicBezTo>
                    <a:pt x="1069" y="1"/>
                    <a:pt x="0" y="1069"/>
                    <a:pt x="0" y="2384"/>
                  </a:cubicBezTo>
                  <a:lnTo>
                    <a:pt x="0" y="17483"/>
                  </a:lnTo>
                  <a:lnTo>
                    <a:pt x="21" y="17483"/>
                  </a:lnTo>
                  <a:lnTo>
                    <a:pt x="21" y="2384"/>
                  </a:lnTo>
                  <a:cubicBezTo>
                    <a:pt x="21" y="1080"/>
                    <a:pt x="1082" y="20"/>
                    <a:pt x="2384" y="20"/>
                  </a:cubicBezTo>
                  <a:cubicBezTo>
                    <a:pt x="3686" y="20"/>
                    <a:pt x="4745" y="1082"/>
                    <a:pt x="4745" y="2384"/>
                  </a:cubicBezTo>
                  <a:lnTo>
                    <a:pt x="4745" y="17484"/>
                  </a:lnTo>
                  <a:lnTo>
                    <a:pt x="4765" y="17484"/>
                  </a:lnTo>
                  <a:lnTo>
                    <a:pt x="4765" y="2384"/>
                  </a:lnTo>
                  <a:cubicBezTo>
                    <a:pt x="4765" y="1069"/>
                    <a:pt x="3696" y="1"/>
                    <a:pt x="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71"/>
            <p:cNvSpPr/>
            <p:nvPr/>
          </p:nvSpPr>
          <p:spPr>
            <a:xfrm>
              <a:off x="4880660" y="1531638"/>
              <a:ext cx="735565" cy="809892"/>
            </a:xfrm>
            <a:custGeom>
              <a:avLst/>
              <a:gdLst/>
              <a:ahLst/>
              <a:cxnLst/>
              <a:rect l="l" t="t" r="r" b="b"/>
              <a:pathLst>
                <a:path w="25384" h="27949" extrusionOk="0">
                  <a:moveTo>
                    <a:pt x="12692" y="0"/>
                  </a:moveTo>
                  <a:cubicBezTo>
                    <a:pt x="5694" y="0"/>
                    <a:pt x="1" y="5695"/>
                    <a:pt x="1" y="12693"/>
                  </a:cubicBezTo>
                  <a:lnTo>
                    <a:pt x="1" y="27949"/>
                  </a:lnTo>
                  <a:lnTo>
                    <a:pt x="334" y="27949"/>
                  </a:lnTo>
                  <a:lnTo>
                    <a:pt x="334" y="12693"/>
                  </a:lnTo>
                  <a:cubicBezTo>
                    <a:pt x="334" y="5878"/>
                    <a:pt x="5878" y="334"/>
                    <a:pt x="12692" y="334"/>
                  </a:cubicBezTo>
                  <a:cubicBezTo>
                    <a:pt x="19506" y="334"/>
                    <a:pt x="25051" y="5878"/>
                    <a:pt x="25051" y="12693"/>
                  </a:cubicBezTo>
                  <a:lnTo>
                    <a:pt x="25051" y="27949"/>
                  </a:lnTo>
                  <a:lnTo>
                    <a:pt x="25383" y="27949"/>
                  </a:lnTo>
                  <a:lnTo>
                    <a:pt x="25383" y="12693"/>
                  </a:lnTo>
                  <a:cubicBezTo>
                    <a:pt x="25383" y="5694"/>
                    <a:pt x="19689" y="0"/>
                    <a:pt x="126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71"/>
            <p:cNvSpPr/>
            <p:nvPr/>
          </p:nvSpPr>
          <p:spPr>
            <a:xfrm>
              <a:off x="4885151" y="1536217"/>
              <a:ext cx="726495" cy="800793"/>
            </a:xfrm>
            <a:custGeom>
              <a:avLst/>
              <a:gdLst/>
              <a:ahLst/>
              <a:cxnLst/>
              <a:rect l="l" t="t" r="r" b="b"/>
              <a:pathLst>
                <a:path w="25071" h="27635" extrusionOk="0">
                  <a:moveTo>
                    <a:pt x="12535" y="0"/>
                  </a:moveTo>
                  <a:cubicBezTo>
                    <a:pt x="5624" y="0"/>
                    <a:pt x="1" y="5623"/>
                    <a:pt x="1" y="12535"/>
                  </a:cubicBezTo>
                  <a:lnTo>
                    <a:pt x="1" y="27634"/>
                  </a:lnTo>
                  <a:lnTo>
                    <a:pt x="21" y="27634"/>
                  </a:lnTo>
                  <a:lnTo>
                    <a:pt x="21" y="12535"/>
                  </a:lnTo>
                  <a:cubicBezTo>
                    <a:pt x="21" y="5634"/>
                    <a:pt x="5636" y="20"/>
                    <a:pt x="12536" y="20"/>
                  </a:cubicBezTo>
                  <a:cubicBezTo>
                    <a:pt x="19437" y="20"/>
                    <a:pt x="25052" y="5634"/>
                    <a:pt x="25052" y="12535"/>
                  </a:cubicBezTo>
                  <a:lnTo>
                    <a:pt x="25052" y="27635"/>
                  </a:lnTo>
                  <a:lnTo>
                    <a:pt x="25070" y="27635"/>
                  </a:lnTo>
                  <a:lnTo>
                    <a:pt x="25070" y="12535"/>
                  </a:lnTo>
                  <a:cubicBezTo>
                    <a:pt x="25070" y="5623"/>
                    <a:pt x="19446" y="0"/>
                    <a:pt x="12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71"/>
            <p:cNvSpPr/>
            <p:nvPr/>
          </p:nvSpPr>
          <p:spPr>
            <a:xfrm>
              <a:off x="5076778" y="1727756"/>
              <a:ext cx="343325" cy="613772"/>
            </a:xfrm>
            <a:custGeom>
              <a:avLst/>
              <a:gdLst/>
              <a:ahLst/>
              <a:cxnLst/>
              <a:rect l="l" t="t" r="r" b="b"/>
              <a:pathLst>
                <a:path w="11848" h="21181" extrusionOk="0">
                  <a:moveTo>
                    <a:pt x="5925" y="0"/>
                  </a:moveTo>
                  <a:cubicBezTo>
                    <a:pt x="2658" y="0"/>
                    <a:pt x="1" y="2658"/>
                    <a:pt x="1" y="5925"/>
                  </a:cubicBezTo>
                  <a:lnTo>
                    <a:pt x="1" y="21181"/>
                  </a:lnTo>
                  <a:lnTo>
                    <a:pt x="334" y="21181"/>
                  </a:lnTo>
                  <a:lnTo>
                    <a:pt x="334" y="5925"/>
                  </a:lnTo>
                  <a:cubicBezTo>
                    <a:pt x="334" y="2842"/>
                    <a:pt x="2843" y="334"/>
                    <a:pt x="5925" y="334"/>
                  </a:cubicBezTo>
                  <a:cubicBezTo>
                    <a:pt x="9007" y="334"/>
                    <a:pt x="11515" y="2843"/>
                    <a:pt x="11515" y="5925"/>
                  </a:cubicBezTo>
                  <a:lnTo>
                    <a:pt x="11515" y="21181"/>
                  </a:lnTo>
                  <a:lnTo>
                    <a:pt x="11847" y="21181"/>
                  </a:lnTo>
                  <a:lnTo>
                    <a:pt x="11847" y="5925"/>
                  </a:lnTo>
                  <a:cubicBezTo>
                    <a:pt x="11847" y="2658"/>
                    <a:pt x="9192" y="0"/>
                    <a:pt x="5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71"/>
            <p:cNvSpPr/>
            <p:nvPr/>
          </p:nvSpPr>
          <p:spPr>
            <a:xfrm>
              <a:off x="5081270" y="1732335"/>
              <a:ext cx="334226" cy="604673"/>
            </a:xfrm>
            <a:custGeom>
              <a:avLst/>
              <a:gdLst/>
              <a:ahLst/>
              <a:cxnLst/>
              <a:rect l="l" t="t" r="r" b="b"/>
              <a:pathLst>
                <a:path w="11534" h="20867" extrusionOk="0">
                  <a:moveTo>
                    <a:pt x="5767" y="0"/>
                  </a:moveTo>
                  <a:cubicBezTo>
                    <a:pt x="2589" y="0"/>
                    <a:pt x="1" y="2587"/>
                    <a:pt x="1" y="5767"/>
                  </a:cubicBezTo>
                  <a:lnTo>
                    <a:pt x="1" y="20866"/>
                  </a:lnTo>
                  <a:lnTo>
                    <a:pt x="21" y="20866"/>
                  </a:lnTo>
                  <a:lnTo>
                    <a:pt x="21" y="5767"/>
                  </a:lnTo>
                  <a:cubicBezTo>
                    <a:pt x="21" y="2598"/>
                    <a:pt x="2600" y="20"/>
                    <a:pt x="5769" y="20"/>
                  </a:cubicBezTo>
                  <a:cubicBezTo>
                    <a:pt x="8939" y="20"/>
                    <a:pt x="11516" y="2598"/>
                    <a:pt x="11516" y="5767"/>
                  </a:cubicBezTo>
                  <a:lnTo>
                    <a:pt x="11516" y="20867"/>
                  </a:lnTo>
                  <a:lnTo>
                    <a:pt x="11533" y="20867"/>
                  </a:lnTo>
                  <a:lnTo>
                    <a:pt x="11533" y="5767"/>
                  </a:lnTo>
                  <a:cubicBezTo>
                    <a:pt x="11533" y="2587"/>
                    <a:pt x="8947" y="0"/>
                    <a:pt x="57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71"/>
            <p:cNvSpPr/>
            <p:nvPr/>
          </p:nvSpPr>
          <p:spPr>
            <a:xfrm>
              <a:off x="5243601" y="1899592"/>
              <a:ext cx="9707" cy="441559"/>
            </a:xfrm>
            <a:custGeom>
              <a:avLst/>
              <a:gdLst/>
              <a:ahLst/>
              <a:cxnLst/>
              <a:rect l="l" t="t" r="r" b="b"/>
              <a:pathLst>
                <a:path w="335" h="15238" extrusionOk="0">
                  <a:moveTo>
                    <a:pt x="1" y="1"/>
                  </a:moveTo>
                  <a:lnTo>
                    <a:pt x="1" y="15237"/>
                  </a:lnTo>
                  <a:lnTo>
                    <a:pt x="334" y="15237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71"/>
            <p:cNvSpPr/>
            <p:nvPr/>
          </p:nvSpPr>
          <p:spPr>
            <a:xfrm>
              <a:off x="5248150" y="1904170"/>
              <a:ext cx="638" cy="432518"/>
            </a:xfrm>
            <a:custGeom>
              <a:avLst/>
              <a:gdLst/>
              <a:ahLst/>
              <a:cxnLst/>
              <a:rect l="l" t="t" r="r" b="b"/>
              <a:pathLst>
                <a:path w="22" h="14926" extrusionOk="0">
                  <a:moveTo>
                    <a:pt x="1" y="1"/>
                  </a:moveTo>
                  <a:lnTo>
                    <a:pt x="1" y="14925"/>
                  </a:lnTo>
                  <a:lnTo>
                    <a:pt x="21" y="14925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0" name="Google Shape;1150;p71"/>
          <p:cNvSpPr/>
          <p:nvPr/>
        </p:nvSpPr>
        <p:spPr>
          <a:xfrm>
            <a:off x="4985350" y="1740306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1" name="Google Shape;1151;p71"/>
          <p:cNvGrpSpPr/>
          <p:nvPr/>
        </p:nvGrpSpPr>
        <p:grpSpPr>
          <a:xfrm>
            <a:off x="5874888" y="1740497"/>
            <a:ext cx="346056" cy="345674"/>
            <a:chOff x="3303268" y="3817349"/>
            <a:chExt cx="346056" cy="345674"/>
          </a:xfrm>
        </p:grpSpPr>
        <p:sp>
          <p:nvSpPr>
            <p:cNvPr id="1152" name="Google Shape;1152;p71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71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71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71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6" name="Google Shape;1156;p71"/>
          <p:cNvGrpSpPr/>
          <p:nvPr/>
        </p:nvGrpSpPr>
        <p:grpSpPr>
          <a:xfrm>
            <a:off x="6764807" y="1740497"/>
            <a:ext cx="346056" cy="345674"/>
            <a:chOff x="3752358" y="3817349"/>
            <a:chExt cx="346056" cy="345674"/>
          </a:xfrm>
        </p:grpSpPr>
        <p:sp>
          <p:nvSpPr>
            <p:cNvPr id="1157" name="Google Shape;1157;p71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71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71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71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1" name="Google Shape;1161;p71"/>
          <p:cNvGrpSpPr/>
          <p:nvPr/>
        </p:nvGrpSpPr>
        <p:grpSpPr>
          <a:xfrm>
            <a:off x="7654726" y="1740497"/>
            <a:ext cx="346024" cy="345674"/>
            <a:chOff x="4201447" y="3817349"/>
            <a:chExt cx="346024" cy="345674"/>
          </a:xfrm>
        </p:grpSpPr>
        <p:sp>
          <p:nvSpPr>
            <p:cNvPr id="1162" name="Google Shape;1162;p71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71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4" name="Google Shape;1164;p71"/>
          <p:cNvSpPr/>
          <p:nvPr/>
        </p:nvSpPr>
        <p:spPr>
          <a:xfrm>
            <a:off x="1129182" y="961598"/>
            <a:ext cx="172213" cy="156884"/>
          </a:xfrm>
          <a:custGeom>
            <a:avLst/>
            <a:gdLst/>
            <a:ahLst/>
            <a:cxnLst/>
            <a:rect l="l" t="t" r="r" b="b"/>
            <a:pathLst>
              <a:path w="5943" h="5414" extrusionOk="0">
                <a:moveTo>
                  <a:pt x="2972" y="0"/>
                </a:moveTo>
                <a:cubicBezTo>
                  <a:pt x="2279" y="0"/>
                  <a:pt x="1587" y="264"/>
                  <a:pt x="1058" y="793"/>
                </a:cubicBezTo>
                <a:cubicBezTo>
                  <a:pt x="1" y="1850"/>
                  <a:pt x="1" y="3563"/>
                  <a:pt x="1058" y="4620"/>
                </a:cubicBezTo>
                <a:cubicBezTo>
                  <a:pt x="1587" y="5149"/>
                  <a:pt x="2279" y="5413"/>
                  <a:pt x="2972" y="5413"/>
                </a:cubicBezTo>
                <a:cubicBezTo>
                  <a:pt x="3664" y="5413"/>
                  <a:pt x="4357" y="5149"/>
                  <a:pt x="4885" y="4620"/>
                </a:cubicBezTo>
                <a:cubicBezTo>
                  <a:pt x="5943" y="3563"/>
                  <a:pt x="5943" y="1850"/>
                  <a:pt x="4885" y="793"/>
                </a:cubicBezTo>
                <a:cubicBezTo>
                  <a:pt x="4357" y="264"/>
                  <a:pt x="3664" y="0"/>
                  <a:pt x="297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71"/>
          <p:cNvSpPr/>
          <p:nvPr/>
        </p:nvSpPr>
        <p:spPr>
          <a:xfrm rot="5400000">
            <a:off x="6646194" y="324082"/>
            <a:ext cx="358973" cy="431823"/>
          </a:xfrm>
          <a:custGeom>
            <a:avLst/>
            <a:gdLst/>
            <a:ahLst/>
            <a:cxnLst/>
            <a:rect l="l" t="t" r="r" b="b"/>
            <a:pathLst>
              <a:path w="12388" h="14902" extrusionOk="0">
                <a:moveTo>
                  <a:pt x="5035" y="0"/>
                </a:moveTo>
                <a:cubicBezTo>
                  <a:pt x="4605" y="0"/>
                  <a:pt x="4255" y="350"/>
                  <a:pt x="4255" y="782"/>
                </a:cubicBezTo>
                <a:cubicBezTo>
                  <a:pt x="4255" y="3344"/>
                  <a:pt x="6339" y="5428"/>
                  <a:pt x="8901" y="5428"/>
                </a:cubicBezTo>
                <a:lnTo>
                  <a:pt x="10253" y="5428"/>
                </a:lnTo>
                <a:cubicBezTo>
                  <a:pt x="10569" y="5428"/>
                  <a:pt x="10827" y="5684"/>
                  <a:pt x="10827" y="6001"/>
                </a:cubicBezTo>
                <a:cubicBezTo>
                  <a:pt x="10827" y="6317"/>
                  <a:pt x="10569" y="6574"/>
                  <a:pt x="10253" y="6574"/>
                </a:cubicBezTo>
                <a:lnTo>
                  <a:pt x="4164" y="6574"/>
                </a:lnTo>
                <a:cubicBezTo>
                  <a:pt x="1869" y="6574"/>
                  <a:pt x="1" y="8441"/>
                  <a:pt x="1" y="10737"/>
                </a:cubicBezTo>
                <a:cubicBezTo>
                  <a:pt x="1" y="13033"/>
                  <a:pt x="1869" y="14901"/>
                  <a:pt x="4164" y="14901"/>
                </a:cubicBezTo>
                <a:lnTo>
                  <a:pt x="8660" y="14901"/>
                </a:lnTo>
                <a:cubicBezTo>
                  <a:pt x="9092" y="14901"/>
                  <a:pt x="9442" y="14551"/>
                  <a:pt x="9443" y="14118"/>
                </a:cubicBezTo>
                <a:cubicBezTo>
                  <a:pt x="9443" y="13687"/>
                  <a:pt x="9093" y="13338"/>
                  <a:pt x="8662" y="13338"/>
                </a:cubicBezTo>
                <a:lnTo>
                  <a:pt x="4166" y="13338"/>
                </a:lnTo>
                <a:cubicBezTo>
                  <a:pt x="2731" y="13338"/>
                  <a:pt x="1564" y="12171"/>
                  <a:pt x="1564" y="10736"/>
                </a:cubicBezTo>
                <a:cubicBezTo>
                  <a:pt x="1564" y="9301"/>
                  <a:pt x="2731" y="8134"/>
                  <a:pt x="4166" y="8134"/>
                </a:cubicBezTo>
                <a:lnTo>
                  <a:pt x="10255" y="8134"/>
                </a:lnTo>
                <a:cubicBezTo>
                  <a:pt x="11431" y="8134"/>
                  <a:pt x="12388" y="7178"/>
                  <a:pt x="12388" y="6001"/>
                </a:cubicBezTo>
                <a:cubicBezTo>
                  <a:pt x="12388" y="4824"/>
                  <a:pt x="11432" y="3867"/>
                  <a:pt x="10255" y="3867"/>
                </a:cubicBezTo>
                <a:lnTo>
                  <a:pt x="8902" y="3867"/>
                </a:lnTo>
                <a:cubicBezTo>
                  <a:pt x="7199" y="3867"/>
                  <a:pt x="5816" y="2482"/>
                  <a:pt x="5816" y="782"/>
                </a:cubicBezTo>
                <a:cubicBezTo>
                  <a:pt x="5816" y="350"/>
                  <a:pt x="5467" y="0"/>
                  <a:pt x="503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search Methodologies - Master of Arts in English by Slidesgo">
  <a:themeElements>
    <a:clrScheme name="Simple Light">
      <a:dk1>
        <a:srgbClr val="0F2B1C"/>
      </a:dk1>
      <a:lt1>
        <a:srgbClr val="FFFDF9"/>
      </a:lt1>
      <a:dk2>
        <a:srgbClr val="F1EEDD"/>
      </a:dk2>
      <a:lt2>
        <a:srgbClr val="B7B4A3"/>
      </a:lt2>
      <a:accent1>
        <a:srgbClr val="8D94C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F2B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848</Words>
  <Application>Microsoft Office PowerPoint</Application>
  <PresentationFormat>On-screen Show (16:9)</PresentationFormat>
  <Paragraphs>131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Courier New</vt:lpstr>
      <vt:lpstr>Barlow</vt:lpstr>
      <vt:lpstr>Arima</vt:lpstr>
      <vt:lpstr>Arial</vt:lpstr>
      <vt:lpstr>Montserrat</vt:lpstr>
      <vt:lpstr>Poller One</vt:lpstr>
      <vt:lpstr>Research Methodologies - Master of Arts in English by Slidesgo</vt:lpstr>
      <vt:lpstr>DIGIWIZARD  A Modular Multi-Dev Tablet</vt:lpstr>
      <vt:lpstr>01</vt:lpstr>
      <vt:lpstr>Introduction</vt:lpstr>
      <vt:lpstr>About our prototype</vt:lpstr>
      <vt:lpstr>Literature Review</vt:lpstr>
      <vt:lpstr>Existing Solutions</vt:lpstr>
      <vt:lpstr>Problems in Existing Solutions</vt:lpstr>
      <vt:lpstr>Methodological innovations</vt:lpstr>
      <vt:lpstr>Interdisciplinary research in literature</vt:lpstr>
      <vt:lpstr>02</vt:lpstr>
      <vt:lpstr>Experimental Setup</vt:lpstr>
      <vt:lpstr>Iterative Prototyping</vt:lpstr>
      <vt:lpstr>Software Development</vt:lpstr>
      <vt:lpstr>Testing and Validation</vt:lpstr>
      <vt:lpstr>Tablet mockup</vt:lpstr>
      <vt:lpstr>03</vt:lpstr>
      <vt:lpstr>Methodology</vt:lpstr>
      <vt:lpstr>System Design</vt:lpstr>
      <vt:lpstr>System Workflow</vt:lpstr>
      <vt:lpstr>System Workflow</vt:lpstr>
      <vt:lpstr>Our team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KhNr KuKu</cp:lastModifiedBy>
  <cp:revision>4</cp:revision>
  <dcterms:modified xsi:type="dcterms:W3CDTF">2026-06-22T21:20:30Z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2025-03-26T05:06:29Z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d48ae450-fddd-4106-9f3a-5f50aef6dfc5</vt:lpwstr>
  </property>
  <property fmtid="{D5CDD505-2E9C-101B-9397-08002B2CF9AE}" pid="7" name="MSIP_Label_defa4170-0d19-0005-0004-bc88714345d2_ActionId">
    <vt:lpwstr>99c836e3-2096-4dab-802e-62bf7565be62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